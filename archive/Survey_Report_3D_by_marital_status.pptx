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hari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minggu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pada_saat_Natal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pada_saat_Pask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pada_Hari_Raya_Besar_lainny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Isi_homili_relevan_dengan_tantangan_dan_kehidupan_saat_ini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Isi_homili_mendorong_saya_untuk_lebih_mendalami_doa_dan_ibad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Isi_homili_dapat_diterapkan_dalam_kehidupan_sehari_hari_keluarga_pekerjaan_dan_masyaraka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324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Isi_homili_mudah_dipahami_dan_disampaikan_dengan_cara_yang_jelas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Lamanya_homili_tidak_terlalu_lama_atau_tidak_terlalu_singka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Saya_telah_menerima_pelayanan_yang_baik_di_gereja_ini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umat_difabel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lansi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ibu_hamil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umat_prasejahter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anak_ana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etugas_talak_sudah_melayani_dengan_ram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Misdinar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Komentator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Lektor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emazmur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rodiakon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Koor_paduan_suara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enayangan_teks_dan_gambar_selama_misa_dapat_terbaca_dengan_jelas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enayangan_teks_dan_kalimat_sudah_tepat_dan_sesuai_dengan_bacaan_dan_lagu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Kualitas_suara_sound_system_sudah_terdengar_jelas_d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Administrasi dan Informasi</a:t>
            </a:r>
          </a:p>
        </p:txBody>
      </p:sp>
      <p:pic>
        <p:nvPicPr>
          <p:cNvPr id="3" name="Picture 2" descr="Pelayanan_Administrasi_dan_Informasi_Petugas_sekretariat_melayani_dengan_baik_dan_ram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Administrasi dan Informasi</a:t>
            </a:r>
          </a:p>
        </p:txBody>
      </p:sp>
      <p:pic>
        <p:nvPicPr>
          <p:cNvPr id="3" name="Picture 2" descr="Pelayanan_Administrasi_dan_Informasi_Informasi_dan_atau_dokumen_yang_dibutuhkan_dapat_disediakan_oleh_petugas_Sekretariat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3060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Sakramental</a:t>
            </a:r>
          </a:p>
        </p:txBody>
      </p:sp>
      <p:pic>
        <p:nvPicPr>
          <p:cNvPr id="3" name="Picture 2" descr="Pelayanan_Sakramental_Ketersediaan_waktu_untuk_pengakuan_dosa_sudah_memadai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Sakramental</a:t>
            </a:r>
          </a:p>
        </p:txBody>
      </p:sp>
      <p:pic>
        <p:nvPicPr>
          <p:cNvPr id="3" name="Picture 2" descr="Pelayanan_Sakramental_Ketersediaan_imam_Romo_untuk_melayani_pengakuan_dosa_sudah_memadai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Sakramental</a:t>
            </a:r>
          </a:p>
        </p:txBody>
      </p:sp>
      <p:pic>
        <p:nvPicPr>
          <p:cNvPr id="3" name="Picture 2" descr="Pelayanan_Sakramental_Saya_dilayani_dengan_baik_dan_ramah_saat_mengurus_persyaratan_kebutuhan_dan_administrasi_sakrame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27269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Sakramental</a:t>
            </a:r>
          </a:p>
        </p:txBody>
      </p:sp>
      <p:pic>
        <p:nvPicPr>
          <p:cNvPr id="3" name="Picture 2" descr="Pelayanan_Sakramental_Saya_dilayani_dengan_baik_dan_ramah_oleh_petugas_dalam_pelaksanaan_Sakrame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Gereja_terasa_bersih_dan_nya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Petugas_Parkir_sudah_melayani_umat_dengan_baik_dalam_perparkir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Kapasitas_area_parkir_sudah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Kebijakan_biaya_parkir_sudah_tepa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Pengaturan_perparkiran_sudah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Kapel (Boleh dikosongkan jika belum pernah mengunjungi Kapel Maria Bintang Laut)</a:t>
            </a:r>
          </a:p>
        </p:txBody>
      </p:sp>
      <p:pic>
        <p:nvPicPr>
          <p:cNvPr id="3" name="Picture 2" descr="Fasilitas_dan_Lingkungan_Kapel_Boleh_dikosongkan_jika_belum_pernah_mengunjungi_Kapel_Maria_Bintang_Laut_Kapel_terasa_bersih_dan_nya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Kapel (Boleh dikosongkan jika belum pernah mengunjungi Kapel Maria Bintang Laut)</a:t>
            </a:r>
          </a:p>
        </p:txBody>
      </p:sp>
      <p:pic>
        <p:nvPicPr>
          <p:cNvPr id="3" name="Picture 2" descr="Fasilitas_dan_Lingkungan_Kapel_Boleh_dikosongkan_jika_belum_pernah_mengunjungi_Kapel_Maria_Bintang_Laut_Informasi_mengenai_akses_Kapel_sudah_jelas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Kapel (Boleh dikosongkan jika belum pernah mengunjungi Kapel Maria Bintang Laut)</a:t>
            </a:r>
          </a:p>
        </p:txBody>
      </p:sp>
      <p:pic>
        <p:nvPicPr>
          <p:cNvPr id="3" name="Picture 2" descr="Fasilitas_dan_Lingkungan_Kapel_Boleh_dikosongkan_jika_belum_pernah_mengunjungi_Kapel_Maria_Bintang_Laut_Kapel_mudah_diakses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Dampak Kebijakan Paroki</a:t>
            </a:r>
          </a:p>
        </p:txBody>
      </p:sp>
      <p:pic>
        <p:nvPicPr>
          <p:cNvPr id="3" name="Picture 2" descr="Dampak_Kebijakan_Paroki_Kebijakan_dan_aturan_paroki_membantu_saya_dalam_mengikuti_peribadatan_dengan_mudah_dan_nya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29265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Dampak Kebijakan Paroki</a:t>
            </a:r>
          </a:p>
        </p:txBody>
      </p:sp>
      <p:pic>
        <p:nvPicPr>
          <p:cNvPr id="3" name="Picture 2" descr="Dampak_Kebijakan_Paroki_Kebijakan_paroki_dalam_penyebaran_informasi_membantu_saya_untuk_mendapatkan_informasi_dengan_mud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21389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Partisipasi Kegiatan Paroki</a:t>
            </a:r>
          </a:p>
        </p:txBody>
      </p:sp>
      <p:pic>
        <p:nvPicPr>
          <p:cNvPr id="3" name="Picture 2" descr="Partisipasi_Kegiatan_Paroki_Saya_aktif_berpartisipasi_dalam_kegiatan_paroki_selain_kehadiran_pada_Misa_misal_lingkungan_seminar_bertugas_dalam_seksi_bidang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86994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Partisipasi Kegiatan Paroki</a:t>
            </a:r>
          </a:p>
        </p:txBody>
      </p:sp>
      <p:pic>
        <p:nvPicPr>
          <p:cNvPr id="3" name="Picture 2" descr="Partisipasi_Kegiatan_Paroki_Saya_secara_rutin_mengikuti_Misa_di_Paroki_Tomang_Gereja_Maria_Bunda_Karmel_atau_Kapel_Maria_Bintang_Lau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8033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Iman dan Perjalanan Spiritual</a:t>
            </a:r>
          </a:p>
        </p:txBody>
      </p:sp>
      <p:pic>
        <p:nvPicPr>
          <p:cNvPr id="3" name="Picture 2" descr="Iman_dan_Perjalanan_Spiritual_Saya_merasa_iman_sangatlah_penting_dalam_hidup_say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Iman dan Perjalanan Spiritual</a:t>
            </a:r>
          </a:p>
        </p:txBody>
      </p:sp>
      <p:pic>
        <p:nvPicPr>
          <p:cNvPr id="3" name="Picture 2" descr="Iman_dan_Perjalanan_Spiritual_Saya_merasa_hubungan_saya_dengan_Tuhan_sudah_deka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Iman dan Perjalanan Spiritual</a:t>
            </a:r>
          </a:p>
        </p:txBody>
      </p:sp>
      <p:pic>
        <p:nvPicPr>
          <p:cNvPr id="3" name="Picture 2" descr="Iman_dan_Perjalanan_Spiritual_Sejak_dimulainya_Tahun_Yubileum_saya_merasa_iman_saya_semakin_bertumbu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Saya_memahami_makna_Tahun_Yubileum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Saya_memahami_tata_cara_dan_hal_yang_harus_dilakukan_untuk_mendapatkan_indulgensi_penuh_dalam_Tahun_Yubileum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8961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Saya_telah_turut_berpartisipasi_dalam_kegiatan_kegiatan_di_Tahun_Yubileum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Tema_Peziarah_Pengharapan_sangat_merefleksikan_diri_saya_dan_perjalanan_iman_say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Rangkaian_misa_dan_kegiatan_gereja_selama_Tahun_Yubileum_membuat_saya_semakin_merasakan_cinta_All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22358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Pemuda dan Masa Depan Gereja</a:t>
            </a:r>
          </a:p>
        </p:txBody>
      </p:sp>
      <p:pic>
        <p:nvPicPr>
          <p:cNvPr id="3" name="Picture 2" descr="Pemuda_dan_Masa_Depan_Gereja_Menurut_saya_kegiatan_Gereja_untuk_kaum_muda_sudah_berjalan_dengan_efektif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Pemuda dan Masa Depan Gereja</a:t>
            </a:r>
          </a:p>
        </p:txBody>
      </p:sp>
      <p:pic>
        <p:nvPicPr>
          <p:cNvPr id="3" name="Picture 2" descr="Pemuda_dan_Masa_Depan_Gereja_Gereja_sudah_melibatkan_kaum_muda_dalam_kegiatan_kegiatanny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Pemuda dan Masa Depan Gereja</a:t>
            </a:r>
          </a:p>
        </p:txBody>
      </p:sp>
      <p:pic>
        <p:nvPicPr>
          <p:cNvPr id="3" name="Picture 2" descr="Pemuda_dan_Masa_Depan_Gereja_Saya_ingin_turut_berpartisipasi_dalam_kegiatan_kegiatan_orang_muda_baik_sebagai_peserta_ataupun_pendamping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77961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Saya_merasa_bahwa_kepedulian_terhadap_lingkungan_penting_dan_menunjukan_sikap_umat_beri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7703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Gereja_sudah_mengupayakan_dan_menyuarakan_seruan_untuk_merawat_lingkung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Saya_selalu_memiliki_kesadaran_terhadap_menjaga_lingkungan_hidup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Saya_merasa_bahwa_kepedulian_terhadap_kaum_lemah_miskin_tersingkir_dan_difabel_KLMTD_menunjukan_sikap_umat_beri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97459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Gereja_sudah_mengupayakan_dan_menyuarakan_seruan_untuk_kepedulian_terhadap_KLMTD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Saya_turut_aktif_dalam_perbuatan_kasih_ataupun_kegiatan_untuk_KLMTD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893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