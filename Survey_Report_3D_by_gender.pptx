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6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7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8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9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0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2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3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4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5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6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7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8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9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0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1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2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3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4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5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6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7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8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9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0.pn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1.pn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2.pn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3.pn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4.pn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5.pn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6.pn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7.png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8.png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9.png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0.png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1.png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2.png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3.png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4.png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5.png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6.png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7.png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8.png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9.png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60.png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6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Frekuensi Mengikuti Misa</a:t>
            </a:r>
          </a:p>
        </p:txBody>
      </p:sp>
      <p:pic>
        <p:nvPicPr>
          <p:cNvPr id="3" name="Picture 2" descr="Frekuensi_Mengikuti_Misa_Saya_mengikuti_Misa_harian__3D_nor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8229600" cy="527237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Frekuensi Mengikuti Misa</a:t>
            </a:r>
          </a:p>
        </p:txBody>
      </p:sp>
      <p:pic>
        <p:nvPicPr>
          <p:cNvPr id="3" name="Picture 2" descr="Frekuensi_Mengikuti_Misa_Saya_mengikuti_Misa_mingguan__3D_nor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8229600" cy="5272377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Frekuensi Mengikuti Misa</a:t>
            </a:r>
          </a:p>
        </p:txBody>
      </p:sp>
      <p:pic>
        <p:nvPicPr>
          <p:cNvPr id="3" name="Picture 2" descr="Frekuensi_Mengikuti_Misa_Saya_mengikuti_Misa_pada_saat_Natal__3D_nor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8229600" cy="5272377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Frekuensi Mengikuti Misa</a:t>
            </a:r>
          </a:p>
        </p:txBody>
      </p:sp>
      <p:pic>
        <p:nvPicPr>
          <p:cNvPr id="3" name="Picture 2" descr="Frekuensi_Mengikuti_Misa_Saya_mengikuti_Misa_pada_saat_Paskah__3D_nor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8229600" cy="5272377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Frekuensi Mengikuti Misa</a:t>
            </a:r>
          </a:p>
        </p:txBody>
      </p:sp>
      <p:pic>
        <p:nvPicPr>
          <p:cNvPr id="3" name="Picture 2" descr="Frekuensi_Mengikuti_Misa_Saya_mengikuti_Misa_pada_Hari_Raya_Besar_lainnya__3D_nor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8229600" cy="5272377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Kualitas Homili</a:t>
            </a:r>
          </a:p>
        </p:txBody>
      </p:sp>
      <p:pic>
        <p:nvPicPr>
          <p:cNvPr id="3" name="Picture 2" descr="Kualitas_Homili_Isi_homili_relevan_dengan_tantangan_dan_kehidupan_saat_ini__3D_nor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8229600" cy="5272377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Kualitas Homili</a:t>
            </a:r>
          </a:p>
        </p:txBody>
      </p:sp>
      <p:pic>
        <p:nvPicPr>
          <p:cNvPr id="3" name="Picture 2" descr="Kualitas_Homili_Isi_homili_mendorong_saya_untuk_lebih_mendalami_doa_dan_ibadah__3D_nor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8229600" cy="5272377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Kualitas Homili</a:t>
            </a:r>
          </a:p>
        </p:txBody>
      </p:sp>
      <p:pic>
        <p:nvPicPr>
          <p:cNvPr id="3" name="Picture 2" descr="Kualitas_Homili_Isi_homili_dapat_diterapkan_dalam_kehidupan_sehari_hari_keluarga_pekerjaan_dan_masyarakat__3D_nor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8229600" cy="519060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Kualitas Homili</a:t>
            </a:r>
          </a:p>
        </p:txBody>
      </p:sp>
      <p:pic>
        <p:nvPicPr>
          <p:cNvPr id="3" name="Picture 2" descr="Kualitas_Homili_Isi_homili_mudah_dipahami_dan_disampaikan_dengan_cara_yang_jelas__3D_nor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8229600" cy="5272377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Kualitas Homili</a:t>
            </a:r>
          </a:p>
        </p:txBody>
      </p:sp>
      <p:pic>
        <p:nvPicPr>
          <p:cNvPr id="3" name="Picture 2" descr="Kualitas_Homili_Lamanya_homili_tidak_terlalu_lama_atau_tidak_terlalu_singkat__3D_nor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8229600" cy="5272377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Pelayanan Gereja dan Komunitas</a:t>
            </a:r>
          </a:p>
        </p:txBody>
      </p:sp>
      <p:pic>
        <p:nvPicPr>
          <p:cNvPr id="3" name="Picture 2" descr="Pelayanan_Gereja_dan_Komunitas_Saya_telah_menerima_pelayanan_yang_baik_di_gereja_ini__3D_nor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8229600" cy="5272377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Pelayanan Gereja dan Komunitas</a:t>
            </a:r>
          </a:p>
        </p:txBody>
      </p:sp>
      <p:pic>
        <p:nvPicPr>
          <p:cNvPr id="3" name="Picture 2" descr="Pelayanan_Gereja_dan_Komunitas_Gereja_ini_terbuka_dan_ramah_bagi_umat_difabel__3D_nor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8229600" cy="5272377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Pelayanan Gereja dan Komunitas</a:t>
            </a:r>
          </a:p>
        </p:txBody>
      </p:sp>
      <p:pic>
        <p:nvPicPr>
          <p:cNvPr id="3" name="Picture 2" descr="Pelayanan_Gereja_dan_Komunitas_Gereja_ini_terbuka_dan_ramah_bagi_lansia__3D_nor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8229600" cy="5272377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Pelayanan Gereja dan Komunitas</a:t>
            </a:r>
          </a:p>
        </p:txBody>
      </p:sp>
      <p:pic>
        <p:nvPicPr>
          <p:cNvPr id="3" name="Picture 2" descr="Pelayanan_Gereja_dan_Komunitas_Gereja_ini_terbuka_dan_ramah_bagi_ibu_hamil__3D_nor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8229600" cy="5272377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Pelayanan Gereja dan Komunitas</a:t>
            </a:r>
          </a:p>
        </p:txBody>
      </p:sp>
      <p:pic>
        <p:nvPicPr>
          <p:cNvPr id="3" name="Picture 2" descr="Pelayanan_Gereja_dan_Komunitas_Gereja_ini_terbuka_dan_ramah_bagi_umat_prasejahtera__3D_nor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8229600" cy="5272377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Pelayanan Gereja dan Komunitas</a:t>
            </a:r>
          </a:p>
        </p:txBody>
      </p:sp>
      <p:pic>
        <p:nvPicPr>
          <p:cNvPr id="3" name="Picture 2" descr="Pelayanan_Gereja_dan_Komunitas_Gereja_ini_terbuka_dan_ramah_bagi_anak_anak__3D_nor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8229600" cy="5272377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Pelayanan Liturgi dan Kualitas Musik</a:t>
            </a:r>
          </a:p>
        </p:txBody>
      </p:sp>
      <p:pic>
        <p:nvPicPr>
          <p:cNvPr id="3" name="Picture 2" descr="Pelayanan_Liturgi_dan_Kualitas_Musik_Petugas_talak_sudah_melayani_dengan_ramah__3D_nor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8229600" cy="5272377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Pelayanan Liturgi dan Kualitas Musik</a:t>
            </a:r>
          </a:p>
        </p:txBody>
      </p:sp>
      <p:pic>
        <p:nvPicPr>
          <p:cNvPr id="3" name="Picture 2" descr="Pelayanan_Liturgi_dan_Kualitas_Musik_Misdinar_sudah_melayani_dengan_baik__3D_nor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8229600" cy="5272377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Pelayanan Liturgi dan Kualitas Musik</a:t>
            </a:r>
          </a:p>
        </p:txBody>
      </p:sp>
      <p:pic>
        <p:nvPicPr>
          <p:cNvPr id="3" name="Picture 2" descr="Pelayanan_Liturgi_dan_Kualitas_Musik_Komentator_sudah_melayani_dengan_baik__3D_nor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8229600" cy="5272377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Pelayanan Liturgi dan Kualitas Musik</a:t>
            </a:r>
          </a:p>
        </p:txBody>
      </p:sp>
      <p:pic>
        <p:nvPicPr>
          <p:cNvPr id="3" name="Picture 2" descr="Pelayanan_Liturgi_dan_Kualitas_Musik_Lektor_sudah_melayani_dengan_baik__3D_nor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8229600" cy="5272377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Pelayanan Liturgi dan Kualitas Musik</a:t>
            </a:r>
          </a:p>
        </p:txBody>
      </p:sp>
      <p:pic>
        <p:nvPicPr>
          <p:cNvPr id="3" name="Picture 2" descr="Pelayanan_Liturgi_dan_Kualitas_Musik_Pemazmur_sudah_melayani_dengan_baik__3D_nor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8229600" cy="5272377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Pelayanan Liturgi dan Kualitas Musik</a:t>
            </a:r>
          </a:p>
        </p:txBody>
      </p:sp>
      <p:pic>
        <p:nvPicPr>
          <p:cNvPr id="3" name="Picture 2" descr="Pelayanan_Liturgi_dan_Kualitas_Musik_Prodiakon_sudah_melayani_dengan_baik__3D_nor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8229600" cy="5272377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Pelayanan Liturgi dan Kualitas Musik</a:t>
            </a:r>
          </a:p>
        </p:txBody>
      </p:sp>
      <p:pic>
        <p:nvPicPr>
          <p:cNvPr id="3" name="Picture 2" descr="Pelayanan_Liturgi_dan_Kualitas_Musik_Koor_paduan_suara_sudah_melayani_dengan_baik__3D_nor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8229600" cy="5272377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Pelayanan Liturgi dan Kualitas Musik</a:t>
            </a:r>
          </a:p>
        </p:txBody>
      </p:sp>
      <p:pic>
        <p:nvPicPr>
          <p:cNvPr id="3" name="Picture 2" descr="Pelayanan_Liturgi_dan_Kualitas_Musik_Penayangan_teks_dan_gambar_selama_misa_dapat_terbaca_dengan_jelas__3D_nor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8229600" cy="5272377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Pelayanan Liturgi dan Kualitas Musik</a:t>
            </a:r>
          </a:p>
        </p:txBody>
      </p:sp>
      <p:pic>
        <p:nvPicPr>
          <p:cNvPr id="3" name="Picture 2" descr="Pelayanan_Liturgi_dan_Kualitas_Musik_Penayangan_teks_dan_kalimat_sudah_tepat_dan_sesuai_dengan_bacaan_dan_lagu__3D_nor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8229600" cy="5272377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Pelayanan Liturgi dan Kualitas Musik</a:t>
            </a:r>
          </a:p>
        </p:txBody>
      </p:sp>
      <p:pic>
        <p:nvPicPr>
          <p:cNvPr id="3" name="Picture 2" descr="Pelayanan_Liturgi_dan_Kualitas_Musik_Kualitas_suara_sound_system_sudah_terdengar_jelas_dan_baik__3D_nor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8229600" cy="5272377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Pelayanan Administrasi dan Informasi</a:t>
            </a:r>
          </a:p>
        </p:txBody>
      </p:sp>
      <p:pic>
        <p:nvPicPr>
          <p:cNvPr id="3" name="Picture 2" descr="Pelayanan_Administrasi_dan_Informasi_Petugas_sekretariat_melayani_dengan_baik_dan_ramah__3D_nor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8229600" cy="5272377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Pelayanan Administrasi dan Informasi</a:t>
            </a:r>
          </a:p>
        </p:txBody>
      </p:sp>
      <p:pic>
        <p:nvPicPr>
          <p:cNvPr id="3" name="Picture 2" descr="Pelayanan_Administrasi_dan_Informasi_Informasi_dan_atau_dokumen_yang_dibutuhkan_dapat_disediakan_oleh_petugas_Sekretariat_dengan_baik__3D_nor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8229600" cy="5041663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Pelayanan Sakramental</a:t>
            </a:r>
          </a:p>
        </p:txBody>
      </p:sp>
      <p:pic>
        <p:nvPicPr>
          <p:cNvPr id="3" name="Picture 2" descr="Pelayanan_Sakramental_Ketersediaan_waktu_untuk_pengakuan_dosa_sudah_memadai__3D_nor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8229600" cy="5272377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Pelayanan Sakramental</a:t>
            </a:r>
          </a:p>
        </p:txBody>
      </p:sp>
      <p:pic>
        <p:nvPicPr>
          <p:cNvPr id="3" name="Picture 2" descr="Pelayanan_Sakramental_Ketersediaan_imam_Romo_untuk_melayani_pengakuan_dosa_sudah_memadai__3D_nor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8229600" cy="5272377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Pelayanan Sakramental</a:t>
            </a:r>
          </a:p>
        </p:txBody>
      </p:sp>
      <p:pic>
        <p:nvPicPr>
          <p:cNvPr id="3" name="Picture 2" descr="Pelayanan_Sakramental_Saya_dilayani_dengan_baik_dan_ramah_saat_mengurus_persyaratan_kebutuhan_dan_administrasi_sakramen__3D_nor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8229600" cy="4963332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Pelayanan Sakramental</a:t>
            </a:r>
          </a:p>
        </p:txBody>
      </p:sp>
      <p:pic>
        <p:nvPicPr>
          <p:cNvPr id="3" name="Picture 2" descr="Pelayanan_Sakramental_Saya_dilayani_dengan_baik_dan_ramah_oleh_petugas_dalam_pelaksanaan_Sakramen__3D_nor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8229600" cy="5272377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Fasilitas dan Lingkungan Gereja</a:t>
            </a:r>
          </a:p>
        </p:txBody>
      </p:sp>
      <p:pic>
        <p:nvPicPr>
          <p:cNvPr id="3" name="Picture 2" descr="Fasilitas_dan_Lingkungan_Gereja_Gereja_terasa_bersih_dan_nyaman__3D_nor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8229600" cy="5272377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Fasilitas dan Lingkungan Gereja</a:t>
            </a:r>
          </a:p>
        </p:txBody>
      </p:sp>
      <p:pic>
        <p:nvPicPr>
          <p:cNvPr id="3" name="Picture 2" descr="Fasilitas_dan_Lingkungan_Gereja_Petugas_Parkir_sudah_melayani_umat_dengan_baik_dalam_perparkiran__3D_nor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8229600" cy="5272377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Fasilitas dan Lingkungan Gereja</a:t>
            </a:r>
          </a:p>
        </p:txBody>
      </p:sp>
      <p:pic>
        <p:nvPicPr>
          <p:cNvPr id="3" name="Picture 2" descr="Fasilitas_dan_Lingkungan_Gereja_Kapasitas_area_parkir_sudah_baik__3D_nor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8229600" cy="5272377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Fasilitas dan Lingkungan Gereja</a:t>
            </a:r>
          </a:p>
        </p:txBody>
      </p:sp>
      <p:pic>
        <p:nvPicPr>
          <p:cNvPr id="3" name="Picture 2" descr="Fasilitas_dan_Lingkungan_Gereja_Kebijakan_biaya_parkir_sudah_tepat__3D_nor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8229600" cy="5272377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Fasilitas dan Lingkungan Gereja</a:t>
            </a:r>
          </a:p>
        </p:txBody>
      </p:sp>
      <p:pic>
        <p:nvPicPr>
          <p:cNvPr id="3" name="Picture 2" descr="Fasilitas_dan_Lingkungan_Gereja_Pengaturan_perparkiran_sudah_baik__3D_nor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8229600" cy="5272377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Fasilitas dan Lingkungan Kapel (Boleh dikosongkan jika belum pernah mengunjungi Kapel Maria Bintang Laut)</a:t>
            </a:r>
          </a:p>
        </p:txBody>
      </p:sp>
      <p:pic>
        <p:nvPicPr>
          <p:cNvPr id="3" name="Picture 2" descr="Fasilitas_dan_Lingkungan_Kapel_Boleh_dikosongkan_jika_belum_pernah_mengunjungi_Kapel_Maria_Bintang_Laut_Kapel_terasa_bersih_dan_nyaman__3D_nor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8229600" cy="5272377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Fasilitas dan Lingkungan Kapel (Boleh dikosongkan jika belum pernah mengunjungi Kapel Maria Bintang Laut)</a:t>
            </a:r>
          </a:p>
        </p:txBody>
      </p:sp>
      <p:pic>
        <p:nvPicPr>
          <p:cNvPr id="3" name="Picture 2" descr="Fasilitas_dan_Lingkungan_Kapel_Boleh_dikosongkan_jika_belum_pernah_mengunjungi_Kapel_Maria_Bintang_Laut_Informasi_mengenai_akses_Kapel_sudah_jelas__3D_nor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8229600" cy="5272377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Fasilitas dan Lingkungan Kapel (Boleh dikosongkan jika belum pernah mengunjungi Kapel Maria Bintang Laut)</a:t>
            </a:r>
          </a:p>
        </p:txBody>
      </p:sp>
      <p:pic>
        <p:nvPicPr>
          <p:cNvPr id="3" name="Picture 2" descr="Fasilitas_dan_Lingkungan_Kapel_Boleh_dikosongkan_jika_belum_pernah_mengunjungi_Kapel_Maria_Bintang_Laut_Kapel_mudah_diakses__3D_nor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8229600" cy="5272377"/>
          </a:xfrm>
          <a:prstGeom prst="rect">
            <a:avLst/>
          </a:prstGeom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Dampak Kebijakan Paroki</a:t>
            </a:r>
          </a:p>
        </p:txBody>
      </p:sp>
      <p:pic>
        <p:nvPicPr>
          <p:cNvPr id="3" name="Picture 2" descr="Dampak_Kebijakan_Paroki_Kebijakan_dan_aturan_paroki_membantu_saya_dalam_mengikuti_peribadatan_dengan_mudah_dan_nyaman__3D_nor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8229600" cy="4991533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Dampak Kebijakan Paroki</a:t>
            </a:r>
          </a:p>
        </p:txBody>
      </p:sp>
      <p:pic>
        <p:nvPicPr>
          <p:cNvPr id="3" name="Picture 2" descr="Dampak_Kebijakan_Paroki_Kebijakan_paroki_dalam_penyebaran_informasi_membantu_saya_untuk_mendapatkan_informasi_dengan_mudah__3D_nor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8229600" cy="4877223"/>
          </a:xfrm>
          <a:prstGeom prst="rect">
            <a:avLst/>
          </a:prstGeom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Partisipasi Kegiatan Paroki</a:t>
            </a:r>
          </a:p>
        </p:txBody>
      </p:sp>
      <p:pic>
        <p:nvPicPr>
          <p:cNvPr id="3" name="Picture 2" descr="Partisipasi_Kegiatan_Paroki_Saya_aktif_berpartisipasi_dalam_kegiatan_paroki_selain_kehadiran_pada_Misa_misal_lingkungan_seminar_bertugas_dalam_seksi_bidang__3D_nor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8229600" cy="4098005"/>
          </a:xfrm>
          <a:prstGeom prst="rect">
            <a:avLst/>
          </a:prstGeom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Partisipasi Kegiatan Paroki</a:t>
            </a:r>
          </a:p>
        </p:txBody>
      </p:sp>
      <p:pic>
        <p:nvPicPr>
          <p:cNvPr id="3" name="Picture 2" descr="Partisipasi_Kegiatan_Paroki_Saya_secara_rutin_mengikuti_Misa_di_Paroki_Tomang_Gereja_Maria_Bunda_Karmel_atau_Kapel_Maria_Bintang_Laut__3D_nor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8229600" cy="4830294"/>
          </a:xfrm>
          <a:prstGeom prst="rect">
            <a:avLst/>
          </a:prstGeom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Iman dan Perjalanan Spiritual</a:t>
            </a:r>
          </a:p>
        </p:txBody>
      </p:sp>
      <p:pic>
        <p:nvPicPr>
          <p:cNvPr id="3" name="Picture 2" descr="Iman_dan_Perjalanan_Spiritual_Saya_merasa_iman_sangatlah_penting_dalam_hidup_saya__3D_nor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8229600" cy="5272377"/>
          </a:xfrm>
          <a:prstGeom prst="rect">
            <a:avLst/>
          </a:prstGeom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Iman dan Perjalanan Spiritual</a:t>
            </a:r>
          </a:p>
        </p:txBody>
      </p:sp>
      <p:pic>
        <p:nvPicPr>
          <p:cNvPr id="3" name="Picture 2" descr="Iman_dan_Perjalanan_Spiritual_Saya_merasa_hubungan_saya_dengan_Tuhan_sudah_dekat__3D_nor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8229600" cy="5272377"/>
          </a:xfrm>
          <a:prstGeom prst="rect">
            <a:avLst/>
          </a:prstGeom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Iman dan Perjalanan Spiritual</a:t>
            </a:r>
          </a:p>
        </p:txBody>
      </p:sp>
      <p:pic>
        <p:nvPicPr>
          <p:cNvPr id="3" name="Picture 2" descr="Iman_dan_Perjalanan_Spiritual_Sejak_dimulainya_Tahun_Yubileum_saya_merasa_iman_saya_semakin_bertumbuh__3D_nor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8229600" cy="5272377"/>
          </a:xfrm>
          <a:prstGeom prst="rect">
            <a:avLst/>
          </a:prstGeom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Peziarahan dan Kegiatan Yubileum</a:t>
            </a:r>
          </a:p>
        </p:txBody>
      </p:sp>
      <p:pic>
        <p:nvPicPr>
          <p:cNvPr id="3" name="Picture 2" descr="Peziarahan_dan_Kegiatan_Yubileum_Saya_memahami_makna_Tahun_Yubileum__3D_nor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8229600" cy="5272377"/>
          </a:xfrm>
          <a:prstGeom prst="rect">
            <a:avLst/>
          </a:prstGeom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Peziarahan dan Kegiatan Yubileum</a:t>
            </a:r>
          </a:p>
        </p:txBody>
      </p:sp>
      <p:pic>
        <p:nvPicPr>
          <p:cNvPr id="3" name="Picture 2" descr="Peziarahan_dan_Kegiatan_Yubileum_Saya_memahami_tata_cara_dan_hal_yang_harus_dilakukan_untuk_mendapatkan_indulgensi_penuh_dalam_Tahun_Yubileum__3D_nor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8229600" cy="4645128"/>
          </a:xfrm>
          <a:prstGeom prst="rect">
            <a:avLst/>
          </a:prstGeom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Peziarahan dan Kegiatan Yubileum</a:t>
            </a:r>
          </a:p>
        </p:txBody>
      </p:sp>
      <p:pic>
        <p:nvPicPr>
          <p:cNvPr id="3" name="Picture 2" descr="Peziarahan_dan_Kegiatan_Yubileum_Saya_telah_turut_berpartisipasi_dalam_kegiatan_kegiatan_di_Tahun_Yubileum__3D_nor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8229600" cy="5272377"/>
          </a:xfrm>
          <a:prstGeom prst="rect">
            <a:avLst/>
          </a:prstGeom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Peziarahan dan Kegiatan Yubileum</a:t>
            </a:r>
          </a:p>
        </p:txBody>
      </p:sp>
      <p:pic>
        <p:nvPicPr>
          <p:cNvPr id="3" name="Picture 2" descr="Peziarahan_dan_Kegiatan_Yubileum_Tema_Peziarah_Pengharapan_sangat_merefleksikan_diri_saya_dan_perjalanan_iman_saya__3D_nor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8229600" cy="5272377"/>
          </a:xfrm>
          <a:prstGeom prst="rect">
            <a:avLst/>
          </a:prstGeom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Peziarahan dan Kegiatan Yubileum</a:t>
            </a:r>
          </a:p>
        </p:txBody>
      </p:sp>
      <p:pic>
        <p:nvPicPr>
          <p:cNvPr id="3" name="Picture 2" descr="Peziarahan_dan_Kegiatan_Yubileum_Rangkaian_misa_dan_kegiatan_gereja_selama_Tahun_Yubileum_membuat_saya_semakin_merasakan_cinta_Allah__3D_nor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8229600" cy="4890799"/>
          </a:xfrm>
          <a:prstGeom prst="rect">
            <a:avLst/>
          </a:prstGeom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Pemuda dan Masa Depan Gereja</a:t>
            </a:r>
          </a:p>
        </p:txBody>
      </p:sp>
      <p:pic>
        <p:nvPicPr>
          <p:cNvPr id="3" name="Picture 2" descr="Pemuda_dan_Masa_Depan_Gereja_Menurut_saya_kegiatan_Gereja_untuk_kaum_muda_sudah_berjalan_dengan_efektif__3D_nor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8229600" cy="5272377"/>
          </a:xfrm>
          <a:prstGeom prst="rect">
            <a:avLst/>
          </a:prstGeom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Pemuda dan Masa Depan Gereja</a:t>
            </a:r>
          </a:p>
        </p:txBody>
      </p:sp>
      <p:pic>
        <p:nvPicPr>
          <p:cNvPr id="3" name="Picture 2" descr="Pemuda_dan_Masa_Depan_Gereja_Gereja_sudah_melibatkan_kaum_muda_dalam_kegiatan_kegiatannya__3D_nor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8229600" cy="5272377"/>
          </a:xfrm>
          <a:prstGeom prst="rect">
            <a:avLst/>
          </a:prstGeom>
        </p:spPr>
      </p:pic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Pemuda dan Masa Depan Gereja</a:t>
            </a:r>
          </a:p>
        </p:txBody>
      </p:sp>
      <p:pic>
        <p:nvPicPr>
          <p:cNvPr id="3" name="Picture 2" descr="Pemuda_dan_Masa_Depan_Gereja_Saya_ingin_turut_berpartisipasi_dalam_kegiatan_kegiatan_orang_muda_baik_sebagai_peserta_ataupun_pendamping__3D_nor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8229600" cy="4830294"/>
          </a:xfrm>
          <a:prstGeom prst="rect">
            <a:avLst/>
          </a:prstGeom>
        </p:spPr>
      </p:pic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Lingkungan Hidup dan Tanggung Jawab Sosial</a:t>
            </a:r>
          </a:p>
        </p:txBody>
      </p:sp>
      <p:pic>
        <p:nvPicPr>
          <p:cNvPr id="3" name="Picture 2" descr="Lingkungan_Hidup_dan_Tanggung_Jawab_Sosial_Saya_merasa_bahwa_kepedulian_terhadap_lingkungan_penting_dan_menunjukan_sikap_umat_beriman__3D_nor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8229600" cy="5107615"/>
          </a:xfrm>
          <a:prstGeom prst="rect">
            <a:avLst/>
          </a:prstGeom>
        </p:spPr>
      </p:pic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Lingkungan Hidup dan Tanggung Jawab Sosial</a:t>
            </a:r>
          </a:p>
        </p:txBody>
      </p:sp>
      <p:pic>
        <p:nvPicPr>
          <p:cNvPr id="3" name="Picture 2" descr="Lingkungan_Hidup_dan_Tanggung_Jawab_Sosial_Gereja_sudah_mengupayakan_dan_menyuarakan_seruan_untuk_merawat_lingkungan__3D_nor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8229600" cy="5272377"/>
          </a:xfrm>
          <a:prstGeom prst="rect">
            <a:avLst/>
          </a:prstGeom>
        </p:spPr>
      </p:pic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Lingkungan Hidup dan Tanggung Jawab Sosial</a:t>
            </a:r>
          </a:p>
        </p:txBody>
      </p:sp>
      <p:pic>
        <p:nvPicPr>
          <p:cNvPr id="3" name="Picture 2" descr="Lingkungan_Hidup_dan_Tanggung_Jawab_Sosial_Saya_selalu_memiliki_kesadaran_terhadap_menjaga_lingkungan_hidup__3D_nor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8229600" cy="5272377"/>
          </a:xfrm>
          <a:prstGeom prst="rect">
            <a:avLst/>
          </a:prstGeom>
        </p:spPr>
      </p:pic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Lingkungan Hidup dan Tanggung Jawab Sosial</a:t>
            </a:r>
          </a:p>
        </p:txBody>
      </p:sp>
      <p:pic>
        <p:nvPicPr>
          <p:cNvPr id="3" name="Picture 2" descr="Lingkungan_Hidup_dan_Tanggung_Jawab_Sosial_Saya_merasa_bahwa_kepedulian_terhadap_kaum_lemah_miskin_tersingkir_dan_difabel_KLMTD_menunjukan_sikap_umat_beriman__3D_nor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8229600" cy="4349058"/>
          </a:xfrm>
          <a:prstGeom prst="rect">
            <a:avLst/>
          </a:prstGeom>
        </p:spPr>
      </p:pic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Lingkungan Hidup dan Tanggung Jawab Sosial</a:t>
            </a:r>
          </a:p>
        </p:txBody>
      </p:sp>
      <p:pic>
        <p:nvPicPr>
          <p:cNvPr id="3" name="Picture 2" descr="Lingkungan_Hidup_dan_Tanggung_Jawab_Sosial_Gereja_sudah_mengupayakan_dan_menyuarakan_seruan_untuk_kepedulian_terhadap_KLMTD__3D_nor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8229600" cy="5272377"/>
          </a:xfrm>
          <a:prstGeom prst="rect">
            <a:avLst/>
          </a:prstGeom>
        </p:spPr>
      </p:pic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Lingkungan Hidup dan Tanggung Jawab Sosial</a:t>
            </a:r>
          </a:p>
        </p:txBody>
      </p:sp>
      <p:pic>
        <p:nvPicPr>
          <p:cNvPr id="3" name="Picture 2" descr="Lingkungan_Hidup_dan_Tanggung_Jawab_Sosial_Saya_turut_aktif_dalam_perbuatan_kasih_ataupun_kegiatan_untuk_KLMTD__3D_nor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8229600" cy="5272377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