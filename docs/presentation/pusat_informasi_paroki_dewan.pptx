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57" r:id="rId4"/>
    <p:sldId id="258" r:id="rId5"/>
    <p:sldId id="259" r:id="rId6"/>
    <p:sldId id="260" r:id="rId7"/>
    <p:sldId id="261" r:id="rId8"/>
    <p:sldId id="262" r:id="rId9"/>
    <p:sldId id="263" r:id="rId10"/>
    <p:sldId id="264" r:id="rId11"/>
    <p:sldId id="265" r:id="rId12"/>
    <p:sldId id="271" r:id="rId13"/>
    <p:sldId id="266" r:id="rId14"/>
    <p:sldId id="267"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an" id="{E74A8AEF-42CB-2CEC-02E3-EB18E1BCE971}">
          <p14:sldIdLst>
            <p14:sldId id="256"/>
            <p14:sldId id="270"/>
            <p14:sldId id="257"/>
            <p14:sldId id="258"/>
          </p14:sldIdLst>
        </p14:section>
        <p14:section name="Langkah 1: Kumpulkan" id="{64938E33-4ED3-BBAB-74D5-F03123259824}">
          <p14:sldIdLst>
            <p14:sldId id="259"/>
            <p14:sldId id="260"/>
          </p14:sldIdLst>
        </p14:section>
        <p14:section name="Langkah 2: Bagikan" id="{C3D6641F-218E-03B9-79A8-ED37153C25B8}">
          <p14:sldIdLst>
            <p14:sldId id="261"/>
            <p14:sldId id="262"/>
          </p14:sldIdLst>
        </p14:section>
        <p14:section name="Langkah 3: Pahami" id="{544A731E-89E1-7D1D-B4D5-A127D4909C0F}">
          <p14:sldIdLst>
            <p14:sldId id="263"/>
            <p14:sldId id="264"/>
            <p14:sldId id="265"/>
            <p14:sldId id="271"/>
          </p14:sldIdLst>
        </p14:section>
        <p14:section name="Prinsip dan usulan" id="{697A309A-5C97-A68F-C56D-2D801D562FBA}">
          <p14:sldIdLst>
            <p14:sldId id="266"/>
            <p14:sldId id="267"/>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ng, Sintyadi" userId="9dfa709e-56f0-43d5-a48d-209ca243e947" providerId="ADAL" clId="{EBDA2D21-6929-4704-A288-8E38C5AADA9C}"/>
    <pc:docChg chg="undo custSel delSld modSld modSection">
      <pc:chgData name="Thong, Sintyadi" userId="9dfa709e-56f0-43d5-a48d-209ca243e947" providerId="ADAL" clId="{EBDA2D21-6929-4704-A288-8E38C5AADA9C}" dt="2026-10-23T11:51:41.362" v="683" actId="20577"/>
      <pc:docMkLst>
        <pc:docMk/>
      </pc:docMkLst>
      <pc:sldChg chg="modSp mod">
        <pc:chgData name="Thong, Sintyadi" userId="9dfa709e-56f0-43d5-a48d-209ca243e947" providerId="ADAL" clId="{EBDA2D21-6929-4704-A288-8E38C5AADA9C}" dt="2026-10-23T11:47:23.389" v="470" actId="20577"/>
        <pc:sldMkLst>
          <pc:docMk/>
          <pc:sldMk cId="0" sldId="256"/>
        </pc:sldMkLst>
        <pc:spChg chg="mod">
          <ac:chgData name="Thong, Sintyadi" userId="9dfa709e-56f0-43d5-a48d-209ca243e947" providerId="ADAL" clId="{EBDA2D21-6929-4704-A288-8E38C5AADA9C}" dt="2026-10-23T11:47:23.389" v="470" actId="20577"/>
          <ac:spMkLst>
            <pc:docMk/>
            <pc:sldMk cId="0" sldId="256"/>
            <ac:spMk id="5" creationId="{00000000-0000-0000-0000-000000000000}"/>
          </ac:spMkLst>
        </pc:spChg>
      </pc:sldChg>
      <pc:sldChg chg="modSp mod">
        <pc:chgData name="Thong, Sintyadi" userId="9dfa709e-56f0-43d5-a48d-209ca243e947" providerId="ADAL" clId="{EBDA2D21-6929-4704-A288-8E38C5AADA9C}" dt="2026-10-23T11:16:34.603" v="154" actId="20577"/>
        <pc:sldMkLst>
          <pc:docMk/>
          <pc:sldMk cId="0" sldId="257"/>
        </pc:sldMkLst>
        <pc:spChg chg="mod">
          <ac:chgData name="Thong, Sintyadi" userId="9dfa709e-56f0-43d5-a48d-209ca243e947" providerId="ADAL" clId="{EBDA2D21-6929-4704-A288-8E38C5AADA9C}" dt="2026-10-23T11:16:07.148" v="95" actId="20577"/>
          <ac:spMkLst>
            <pc:docMk/>
            <pc:sldMk cId="0" sldId="257"/>
            <ac:spMk id="10" creationId="{00000000-0000-0000-0000-000000000000}"/>
          </ac:spMkLst>
        </pc:spChg>
        <pc:spChg chg="mod">
          <ac:chgData name="Thong, Sintyadi" userId="9dfa709e-56f0-43d5-a48d-209ca243e947" providerId="ADAL" clId="{EBDA2D21-6929-4704-A288-8E38C5AADA9C}" dt="2026-10-23T11:16:12.203" v="98" actId="20577"/>
          <ac:spMkLst>
            <pc:docMk/>
            <pc:sldMk cId="0" sldId="257"/>
            <ac:spMk id="16" creationId="{00000000-0000-0000-0000-000000000000}"/>
          </ac:spMkLst>
        </pc:spChg>
        <pc:spChg chg="mod">
          <ac:chgData name="Thong, Sintyadi" userId="9dfa709e-56f0-43d5-a48d-209ca243e947" providerId="ADAL" clId="{EBDA2D21-6929-4704-A288-8E38C5AADA9C}" dt="2026-10-23T11:16:34.603" v="154" actId="20577"/>
          <ac:spMkLst>
            <pc:docMk/>
            <pc:sldMk cId="0" sldId="257"/>
            <ac:spMk id="17" creationId="{00000000-0000-0000-0000-000000000000}"/>
          </ac:spMkLst>
        </pc:spChg>
      </pc:sldChg>
      <pc:sldChg chg="modSp mod">
        <pc:chgData name="Thong, Sintyadi" userId="9dfa709e-56f0-43d5-a48d-209ca243e947" providerId="ADAL" clId="{EBDA2D21-6929-4704-A288-8E38C5AADA9C}" dt="2026-10-23T11:48:55.017" v="526" actId="20577"/>
        <pc:sldMkLst>
          <pc:docMk/>
          <pc:sldMk cId="0" sldId="258"/>
        </pc:sldMkLst>
        <pc:spChg chg="mod">
          <ac:chgData name="Thong, Sintyadi" userId="9dfa709e-56f0-43d5-a48d-209ca243e947" providerId="ADAL" clId="{EBDA2D21-6929-4704-A288-8E38C5AADA9C}" dt="2026-10-23T11:48:55.017" v="526" actId="20577"/>
          <ac:spMkLst>
            <pc:docMk/>
            <pc:sldMk cId="0" sldId="258"/>
            <ac:spMk id="8" creationId="{00000000-0000-0000-0000-000000000000}"/>
          </ac:spMkLst>
        </pc:spChg>
        <pc:spChg chg="mod">
          <ac:chgData name="Thong, Sintyadi" userId="9dfa709e-56f0-43d5-a48d-209ca243e947" providerId="ADAL" clId="{EBDA2D21-6929-4704-A288-8E38C5AADA9C}" dt="2026-10-23T11:48:42.692" v="520" actId="20577"/>
          <ac:spMkLst>
            <pc:docMk/>
            <pc:sldMk cId="0" sldId="258"/>
            <ac:spMk id="13" creationId="{00000000-0000-0000-0000-000000000000}"/>
          </ac:spMkLst>
        </pc:spChg>
        <pc:spChg chg="mod">
          <ac:chgData name="Thong, Sintyadi" userId="9dfa709e-56f0-43d5-a48d-209ca243e947" providerId="ADAL" clId="{EBDA2D21-6929-4704-A288-8E38C5AADA9C}" dt="2026-10-23T11:48:36.808" v="518" actId="20577"/>
          <ac:spMkLst>
            <pc:docMk/>
            <pc:sldMk cId="0" sldId="258"/>
            <ac:spMk id="18" creationId="{00000000-0000-0000-0000-000000000000}"/>
          </ac:spMkLst>
        </pc:spChg>
        <pc:spChg chg="mod">
          <ac:chgData name="Thong, Sintyadi" userId="9dfa709e-56f0-43d5-a48d-209ca243e947" providerId="ADAL" clId="{EBDA2D21-6929-4704-A288-8E38C5AADA9C}" dt="2026-10-23T11:17:01.834" v="192" actId="20577"/>
          <ac:spMkLst>
            <pc:docMk/>
            <pc:sldMk cId="0" sldId="258"/>
            <ac:spMk id="19" creationId="{00000000-0000-0000-0000-000000000000}"/>
          </ac:spMkLst>
        </pc:spChg>
      </pc:sldChg>
      <pc:sldChg chg="delSp modSp mod">
        <pc:chgData name="Thong, Sintyadi" userId="9dfa709e-56f0-43d5-a48d-209ca243e947" providerId="ADAL" clId="{EBDA2D21-6929-4704-A288-8E38C5AADA9C}" dt="2026-10-23T11:49:38.354" v="652" actId="20577"/>
        <pc:sldMkLst>
          <pc:docMk/>
          <pc:sldMk cId="0" sldId="259"/>
        </pc:sldMkLst>
        <pc:spChg chg="mod">
          <ac:chgData name="Thong, Sintyadi" userId="9dfa709e-56f0-43d5-a48d-209ca243e947" providerId="ADAL" clId="{EBDA2D21-6929-4704-A288-8E38C5AADA9C}" dt="2026-10-23T11:49:38.354" v="652" actId="20577"/>
          <ac:spMkLst>
            <pc:docMk/>
            <pc:sldMk cId="0" sldId="259"/>
            <ac:spMk id="5"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33"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34"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35"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36"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38"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40"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41"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42"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43" creationId="{00000000-0000-0000-0000-000000000000}"/>
          </ac:spMkLst>
        </pc:spChg>
        <pc:spChg chg="del">
          <ac:chgData name="Thong, Sintyadi" userId="9dfa709e-56f0-43d5-a48d-209ca243e947" providerId="ADAL" clId="{EBDA2D21-6929-4704-A288-8E38C5AADA9C}" dt="2026-10-23T11:26:59.412" v="469" actId="478"/>
          <ac:spMkLst>
            <pc:docMk/>
            <pc:sldMk cId="0" sldId="259"/>
            <ac:spMk id="44" creationId="{00000000-0000-0000-0000-000000000000}"/>
          </ac:spMkLst>
        </pc:spChg>
      </pc:sldChg>
      <pc:sldChg chg="delSp modSp mod">
        <pc:chgData name="Thong, Sintyadi" userId="9dfa709e-56f0-43d5-a48d-209ca243e947" providerId="ADAL" clId="{EBDA2D21-6929-4704-A288-8E38C5AADA9C}" dt="2026-10-23T11:25:11.660" v="466" actId="20577"/>
        <pc:sldMkLst>
          <pc:docMk/>
          <pc:sldMk cId="0" sldId="267"/>
        </pc:sldMkLst>
        <pc:spChg chg="mod">
          <ac:chgData name="Thong, Sintyadi" userId="9dfa709e-56f0-43d5-a48d-209ca243e947" providerId="ADAL" clId="{EBDA2D21-6929-4704-A288-8E38C5AADA9C}" dt="2026-10-23T11:24:49.068" v="398" actId="20577"/>
          <ac:spMkLst>
            <pc:docMk/>
            <pc:sldMk cId="0" sldId="267"/>
            <ac:spMk id="3" creationId="{00000000-0000-0000-0000-000000000000}"/>
          </ac:spMkLst>
        </pc:spChg>
        <pc:spChg chg="mod">
          <ac:chgData name="Thong, Sintyadi" userId="9dfa709e-56f0-43d5-a48d-209ca243e947" providerId="ADAL" clId="{EBDA2D21-6929-4704-A288-8E38C5AADA9C}" dt="2026-10-23T11:24:58.831" v="417" actId="20577"/>
          <ac:spMkLst>
            <pc:docMk/>
            <pc:sldMk cId="0" sldId="267"/>
            <ac:spMk id="4" creationId="{00000000-0000-0000-0000-000000000000}"/>
          </ac:spMkLst>
        </pc:spChg>
        <pc:spChg chg="del">
          <ac:chgData name="Thong, Sintyadi" userId="9dfa709e-56f0-43d5-a48d-209ca243e947" providerId="ADAL" clId="{EBDA2D21-6929-4704-A288-8E38C5AADA9C}" dt="2026-10-23T11:18:57.287" v="198" actId="478"/>
          <ac:spMkLst>
            <pc:docMk/>
            <pc:sldMk cId="0" sldId="267"/>
            <ac:spMk id="5" creationId="{00000000-0000-0000-0000-000000000000}"/>
          </ac:spMkLst>
        </pc:spChg>
        <pc:spChg chg="del">
          <ac:chgData name="Thong, Sintyadi" userId="9dfa709e-56f0-43d5-a48d-209ca243e947" providerId="ADAL" clId="{EBDA2D21-6929-4704-A288-8E38C5AADA9C}" dt="2026-10-23T11:19:00.199" v="199" actId="478"/>
          <ac:spMkLst>
            <pc:docMk/>
            <pc:sldMk cId="0" sldId="267"/>
            <ac:spMk id="6" creationId="{00000000-0000-0000-0000-000000000000}"/>
          </ac:spMkLst>
        </pc:spChg>
        <pc:spChg chg="del">
          <ac:chgData name="Thong, Sintyadi" userId="9dfa709e-56f0-43d5-a48d-209ca243e947" providerId="ADAL" clId="{EBDA2D21-6929-4704-A288-8E38C5AADA9C}" dt="2026-10-23T11:19:00.199" v="199" actId="478"/>
          <ac:spMkLst>
            <pc:docMk/>
            <pc:sldMk cId="0" sldId="267"/>
            <ac:spMk id="7" creationId="{00000000-0000-0000-0000-000000000000}"/>
          </ac:spMkLst>
        </pc:spChg>
        <pc:spChg chg="mod">
          <ac:chgData name="Thong, Sintyadi" userId="9dfa709e-56f0-43d5-a48d-209ca243e947" providerId="ADAL" clId="{EBDA2D21-6929-4704-A288-8E38C5AADA9C}" dt="2026-10-23T11:22:23.584" v="252" actId="1076"/>
          <ac:spMkLst>
            <pc:docMk/>
            <pc:sldMk cId="0" sldId="267"/>
            <ac:spMk id="8" creationId="{00000000-0000-0000-0000-000000000000}"/>
          </ac:spMkLst>
        </pc:spChg>
        <pc:spChg chg="mod">
          <ac:chgData name="Thong, Sintyadi" userId="9dfa709e-56f0-43d5-a48d-209ca243e947" providerId="ADAL" clId="{EBDA2D21-6929-4704-A288-8E38C5AADA9C}" dt="2026-10-23T11:22:23.584" v="252" actId="1076"/>
          <ac:spMkLst>
            <pc:docMk/>
            <pc:sldMk cId="0" sldId="267"/>
            <ac:spMk id="9" creationId="{00000000-0000-0000-0000-000000000000}"/>
          </ac:spMkLst>
        </pc:spChg>
        <pc:spChg chg="mod">
          <ac:chgData name="Thong, Sintyadi" userId="9dfa709e-56f0-43d5-a48d-209ca243e947" providerId="ADAL" clId="{EBDA2D21-6929-4704-A288-8E38C5AADA9C}" dt="2026-10-23T11:25:11.660" v="466" actId="20577"/>
          <ac:spMkLst>
            <pc:docMk/>
            <pc:sldMk cId="0" sldId="267"/>
            <ac:spMk id="10" creationId="{00000000-0000-0000-0000-000000000000}"/>
          </ac:spMkLst>
        </pc:spChg>
      </pc:sldChg>
      <pc:sldChg chg="modSp del mod">
        <pc:chgData name="Thong, Sintyadi" userId="9dfa709e-56f0-43d5-a48d-209ca243e947" providerId="ADAL" clId="{EBDA2D21-6929-4704-A288-8E38C5AADA9C}" dt="2026-10-23T11:24:26.598" v="362" actId="47"/>
        <pc:sldMkLst>
          <pc:docMk/>
          <pc:sldMk cId="0" sldId="268"/>
        </pc:sldMkLst>
        <pc:spChg chg="mod">
          <ac:chgData name="Thong, Sintyadi" userId="9dfa709e-56f0-43d5-a48d-209ca243e947" providerId="ADAL" clId="{EBDA2D21-6929-4704-A288-8E38C5AADA9C}" dt="2026-10-23T11:22:44.201" v="254" actId="20577"/>
          <ac:spMkLst>
            <pc:docMk/>
            <pc:sldMk cId="0" sldId="268"/>
            <ac:spMk id="8" creationId="{00000000-0000-0000-0000-000000000000}"/>
          </ac:spMkLst>
        </pc:spChg>
        <pc:spChg chg="mod">
          <ac:chgData name="Thong, Sintyadi" userId="9dfa709e-56f0-43d5-a48d-209ca243e947" providerId="ADAL" clId="{EBDA2D21-6929-4704-A288-8E38C5AADA9C}" dt="2026-10-23T11:23:56.485" v="315" actId="20577"/>
          <ac:spMkLst>
            <pc:docMk/>
            <pc:sldMk cId="0" sldId="268"/>
            <ac:spMk id="12" creationId="{00000000-0000-0000-0000-000000000000}"/>
          </ac:spMkLst>
        </pc:spChg>
        <pc:spChg chg="mod">
          <ac:chgData name="Thong, Sintyadi" userId="9dfa709e-56f0-43d5-a48d-209ca243e947" providerId="ADAL" clId="{EBDA2D21-6929-4704-A288-8E38C5AADA9C}" dt="2026-10-23T11:24:06.585" v="361" actId="20577"/>
          <ac:spMkLst>
            <pc:docMk/>
            <pc:sldMk cId="0" sldId="268"/>
            <ac:spMk id="16" creationId="{00000000-0000-0000-0000-000000000000}"/>
          </ac:spMkLst>
        </pc:spChg>
      </pc:sldChg>
      <pc:sldChg chg="delSp mod">
        <pc:chgData name="Thong, Sintyadi" userId="9dfa709e-56f0-43d5-a48d-209ca243e947" providerId="ADAL" clId="{EBDA2D21-6929-4704-A288-8E38C5AADA9C}" dt="2026-10-23T11:25:32.227" v="468" actId="478"/>
        <pc:sldMkLst>
          <pc:docMk/>
          <pc:sldMk cId="0" sldId="269"/>
        </pc:sldMkLst>
        <pc:spChg chg="del">
          <ac:chgData name="Thong, Sintyadi" userId="9dfa709e-56f0-43d5-a48d-209ca243e947" providerId="ADAL" clId="{EBDA2D21-6929-4704-A288-8E38C5AADA9C}" dt="2026-10-23T11:25:26.952" v="467" actId="478"/>
          <ac:spMkLst>
            <pc:docMk/>
            <pc:sldMk cId="0" sldId="269"/>
            <ac:spMk id="5" creationId="{00000000-0000-0000-0000-000000000000}"/>
          </ac:spMkLst>
        </pc:spChg>
        <pc:spChg chg="del">
          <ac:chgData name="Thong, Sintyadi" userId="9dfa709e-56f0-43d5-a48d-209ca243e947" providerId="ADAL" clId="{EBDA2D21-6929-4704-A288-8E38C5AADA9C}" dt="2026-10-23T11:25:32.227" v="468" actId="478"/>
          <ac:spMkLst>
            <pc:docMk/>
            <pc:sldMk cId="0" sldId="269"/>
            <ac:spMk id="6" creationId="{00000000-0000-0000-0000-000000000000}"/>
          </ac:spMkLst>
        </pc:spChg>
        <pc:spChg chg="del">
          <ac:chgData name="Thong, Sintyadi" userId="9dfa709e-56f0-43d5-a48d-209ca243e947" providerId="ADAL" clId="{EBDA2D21-6929-4704-A288-8E38C5AADA9C}" dt="2026-10-23T11:25:32.227" v="468" actId="478"/>
          <ac:spMkLst>
            <pc:docMk/>
            <pc:sldMk cId="0" sldId="269"/>
            <ac:spMk id="7" creationId="{00000000-0000-0000-0000-000000000000}"/>
          </ac:spMkLst>
        </pc:spChg>
        <pc:spChg chg="del">
          <ac:chgData name="Thong, Sintyadi" userId="9dfa709e-56f0-43d5-a48d-209ca243e947" providerId="ADAL" clId="{EBDA2D21-6929-4704-A288-8E38C5AADA9C}" dt="2026-10-23T11:25:32.227" v="468" actId="478"/>
          <ac:spMkLst>
            <pc:docMk/>
            <pc:sldMk cId="0" sldId="269"/>
            <ac:spMk id="8" creationId="{00000000-0000-0000-0000-000000000000}"/>
          </ac:spMkLst>
        </pc:spChg>
        <pc:spChg chg="del">
          <ac:chgData name="Thong, Sintyadi" userId="9dfa709e-56f0-43d5-a48d-209ca243e947" providerId="ADAL" clId="{EBDA2D21-6929-4704-A288-8E38C5AADA9C}" dt="2026-10-23T11:25:32.227" v="468" actId="478"/>
          <ac:spMkLst>
            <pc:docMk/>
            <pc:sldMk cId="0" sldId="269"/>
            <ac:spMk id="9" creationId="{00000000-0000-0000-0000-000000000000}"/>
          </ac:spMkLst>
        </pc:spChg>
        <pc:spChg chg="del">
          <ac:chgData name="Thong, Sintyadi" userId="9dfa709e-56f0-43d5-a48d-209ca243e947" providerId="ADAL" clId="{EBDA2D21-6929-4704-A288-8E38C5AADA9C}" dt="2026-10-23T11:25:32.227" v="468" actId="478"/>
          <ac:spMkLst>
            <pc:docMk/>
            <pc:sldMk cId="0" sldId="269"/>
            <ac:spMk id="10" creationId="{00000000-0000-0000-0000-000000000000}"/>
          </ac:spMkLst>
        </pc:spChg>
        <pc:spChg chg="del">
          <ac:chgData name="Thong, Sintyadi" userId="9dfa709e-56f0-43d5-a48d-209ca243e947" providerId="ADAL" clId="{EBDA2D21-6929-4704-A288-8E38C5AADA9C}" dt="2026-10-23T11:25:32.227" v="468" actId="478"/>
          <ac:spMkLst>
            <pc:docMk/>
            <pc:sldMk cId="0" sldId="269"/>
            <ac:spMk id="11" creationId="{00000000-0000-0000-0000-000000000000}"/>
          </ac:spMkLst>
        </pc:spChg>
        <pc:spChg chg="del">
          <ac:chgData name="Thong, Sintyadi" userId="9dfa709e-56f0-43d5-a48d-209ca243e947" providerId="ADAL" clId="{EBDA2D21-6929-4704-A288-8E38C5AADA9C}" dt="2026-10-23T11:25:32.227" v="468" actId="478"/>
          <ac:spMkLst>
            <pc:docMk/>
            <pc:sldMk cId="0" sldId="269"/>
            <ac:spMk id="12" creationId="{00000000-0000-0000-0000-000000000000}"/>
          </ac:spMkLst>
        </pc:spChg>
      </pc:sldChg>
      <pc:sldChg chg="modSp mod">
        <pc:chgData name="Thong, Sintyadi" userId="9dfa709e-56f0-43d5-a48d-209ca243e947" providerId="ADAL" clId="{EBDA2D21-6929-4704-A288-8E38C5AADA9C}" dt="2026-10-23T11:47:29.841" v="471" actId="20577"/>
        <pc:sldMkLst>
          <pc:docMk/>
          <pc:sldMk cId="0" sldId="270"/>
        </pc:sldMkLst>
        <pc:spChg chg="mod">
          <ac:chgData name="Thong, Sintyadi" userId="9dfa709e-56f0-43d5-a48d-209ca243e947" providerId="ADAL" clId="{EBDA2D21-6929-4704-A288-8E38C5AADA9C}" dt="2026-10-23T11:47:29.841" v="471" actId="20577"/>
          <ac:spMkLst>
            <pc:docMk/>
            <pc:sldMk cId="0" sldId="270"/>
            <ac:spMk id="4" creationId="{00000000-0000-0000-0000-000000000000}"/>
          </ac:spMkLst>
        </pc:spChg>
      </pc:sldChg>
      <pc:sldChg chg="modSp mod">
        <pc:chgData name="Thong, Sintyadi" userId="9dfa709e-56f0-43d5-a48d-209ca243e947" providerId="ADAL" clId="{EBDA2D21-6929-4704-A288-8E38C5AADA9C}" dt="2026-10-23T11:51:41.362" v="683" actId="20577"/>
        <pc:sldMkLst>
          <pc:docMk/>
          <pc:sldMk cId="0" sldId="271"/>
        </pc:sldMkLst>
        <pc:spChg chg="mod">
          <ac:chgData name="Thong, Sintyadi" userId="9dfa709e-56f0-43d5-a48d-209ca243e947" providerId="ADAL" clId="{EBDA2D21-6929-4704-A288-8E38C5AADA9C}" dt="2026-10-23T11:51:41.362" v="683" actId="20577"/>
          <ac:spMkLst>
            <pc:docMk/>
            <pc:sldMk cId="0" sldId="271"/>
            <ac:spMk id="41" creationId="{00000000-0000-0000-0000-000000000000}"/>
          </ac:spMkLst>
        </pc:spChg>
        <pc:spChg chg="mod">
          <ac:chgData name="Thong, Sintyadi" userId="9dfa709e-56f0-43d5-a48d-209ca243e947" providerId="ADAL" clId="{EBDA2D21-6929-4704-A288-8E38C5AADA9C}" dt="2026-10-23T11:51:18.993" v="671" actId="20577"/>
          <ac:spMkLst>
            <pc:docMk/>
            <pc:sldMk cId="0" sldId="271"/>
            <ac:spMk id="4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826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Selamat pagi, Bapak dan Ibu anggota dewan. Dewan menginginkan sebuah bank informasi bagi paroki. Pertanyaan yang wajar menyusul: apa yang sebenarnya perlu kita bangun, dan apa manfaatnya bagi pelayanan? Hari ini saya ingin mengajak kita membayangkannya lewat sebuah perjalanan kecil, dari catatan paroki yang tersebar menuju pastoral yang berbasis data. Perjalanan ini punya tiga langkah: mengumpulkan data, membagikan informasi yang tepat kepada umat, lalu memahami data itu supaya pelayanan kita lebih tepat. Semua angka yang akan Bapak dan Ibu lihat hari ini adalah data simulasi (fiktif), bukan data nyata paroki kita. Contoh-contoh ini bukan laporan keadaan paroki, melainkan gambaran tentang apa yang mungkin kita capai.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Dewan menginginkan sebuah bank informasi. Pertanyaan berikutnya: apa yang sebenarnya perlu kita bangun? Ada dua kemungkinan. Yang pertama hanyalah tempat menyimpan: semua data terkumpul di satu tempat, tetapi belum jelas siapa yang akan memakainya dan untuk apa. Biasanya data menumpuk, jarang dibuka, dan pelayanan berjalan seperti sebelumnya. Yang kedua adalah bank informasi yang bekerja: dimulai dari pertanyaan pelayanan, data ditata untuk menjawabnya, dan jawabannya sampai kepada yang membutuhkan, yaitu umat, seksi, dan dewan. Presentasi ini memperlihatkan kemungkinan yang kedua. Untuk membantu kita membayangkannya, kami menyusun contoh dengan data fiktif; tidak ada satu pun angka yang berasal dari paroki kita. Tujuannya bukan melaporkan keadaan paroki, melainkan memperlihatkan apa yang bisa kita capai bila kita tahu apa yang ingin kita capai.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Tujuan yang baik biasanya dimulai dari pertanyaan yang memang sudah sering kita ajukan. Ini empat di antaranya: berapa umat yang hadir di setiap Misa dan apakah jumlahnya berubah; bagaimana kemampuan paroki mengelola keuangannya sekarang dan ke depan; kegiatan apa yang akan datang dan siapa yang perlu tahu; dan siapa umat kita. Jawabannya biasanya ada di paroki, tetapi tersebar di buku catatan, lembar kerja, dan ingatan para pengurus. Akibatnya, menjawab satu pertanyaan sederhana bisa memakan waktu, dan jawaban dari dua orang bisa berbeda. Pertanyaan-pertanyaan seperti inilah yang menentukan apa yang perlu kita bangun.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Perjalanan ini kita bagi menjadi tiga langkah. Langkah pertama, Kumpulkan: data dari semua bidang paroki disimpan rapi di satu tempat, dalam tabel sederhana yang saling terhubung. Langkah kedua, Bagikan: umat mendapat informasi yang berguna bagi mereka, seperti jadwal, kegiatan, dan panduan layanan. Langkah ketiga, Pahami: data menjadi wawasan yang membantu dewan dan seksi mengambil keputusan. Mengumpulkan data hanyalah awal; manfaat bagi pelayanan baru terasa ketika data dibagikan dan dipahami. Setiap langkah juga berguna sendiri, jadi kita tidak perlu menunggu semuanya selesai untuk merasakan manfaatnya. Contoh-contoh berikut, dengan data simulasi, memperlihatkan ketiganya.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Langkah pertama adalah mengumpulkan data. Idenya sederhana: setiap bidang kegiatan paroki punya tabelnya sendiri, seperti lembar kerja yang rapi dan seragam, dan tabel-tabel itu saling terhubung. Dalam contoh ini ada sembilan bidang: jadwal Misa, kehadiran, kolekte, data umat dan keluarga, sumbangan khusus seperti Prapaskah dan Adven, survei, rencana kerja dan anggaran, kegiatan dan laporannya, serta wilayah dan lingkungan. Isinya empat puluh tiga tabel dengan riwayat lebih dari lima tahun, termasuk seribu tujuh ratus tiga puluh empat Misa. Semuanya data simulasi. Ini baru fondasinya: tempat penyimpanan yang rapi belum otomatis membuat pelayanan lebih baik. Manfaatnya muncul ketika kita tahu apa yang ingin kita capai dengan data ini, dan itulah yang akan kita lihat berikutnya.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artinya data yang saling terhubung. Ambil satu kegiatan saja: Pelatihan Lektor dan Pemazmur dari Seksi Liturgi. Ada rencana kerja, ada anggaran sebesar satu juta tujuh ratus lima puluh ribu rupiah, ada kegiatannya sendiri pada empat belas Februari dua ribu dua puluh satu dengan target tiga puluh peserta dan dua puluh sembilan yang hadir, dan ada laporan akhirnya dengan biaya terpakai satu juta tujuh ratus empat puluh ribu rupiah. Karena keempatnya terhubung, kita bisa melihatnya bersama dan menelusurinya kapan saja, tanpa mencari di empat tempat berbeda. Kegiatan ini hanya contoh simulasi.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adalah berbagi. Tidak semua data perlu atau boleh dilihat semua orang. Umat cukup tahu hal-hal yang berguna bagi mereka: jadwal Misa, kegiatan yang akan datang dengan nama, tanggal, dan tempatnya, panduan layanan seperti persyaratan Baptis, Krisma, dan Pernikahan, serta pengumuman. Umat tidak perlu melihat anggaran. Anggaran, kolekte, laporan kegiatan, dan data umat hanya untuk pengurus dan dewan, dan data umat hanya bagi yang berwenang. Karena itu setiap data diberi tingkat kerahasiaan: Publik, Internal, Terbatas, dan Sangat Terbatas.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 dua contoh tampilan yang kami susun dengan data simulasi, supaya kita bisa membayangkan bentuknya. Di kiri, jadwal Misa lengkap dengan hari, jam, tempat, dan bahasanya. Di kanan, panduan layanan: Baptis Dewasa dengan daftar persyaratan dan langkah-langkahnya, yang juga bisa diunduh sebagai PDF untuk dicetak. Ada enam panduan contoh: Baptis Dewasa, Baptis Batuta, Krisma, Pernikahan, Pendaftaran Lingkungan, dan Pelayanan Kematian. Perlu saya jelaskan bahwa halaman kegiatan di contoh ini adalah tampilan pengurus dan memuat anggaran. Untuk umat, yang akan ditampilkan hanya nama, tanggal, dan tempat kegiatan. Panduan ini hanya contoh untuk demonstrasi, bukan ketentuan resmi.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langkah ketiga, mengubah data menjadi wawasan. Dengan data simulasi, ada empat hal yang langsung terlihat. Pertama, pengeluaran program naik tiga koma enam kali lipat, dari sekitar lima puluh lima juta rupiah pada tahun dua ribu dua puluh satu menjadi sekitar seratus sembilan puluh tujuh juta pada dua ribu dua puluh lima, sementara kolekte relatif datar. Kedua, sumbangan Adven yang menutup biaya Natal turun dari seratus tujuh belas persen menjadi enam puluh enam persen, sedangkan sumbangan Prapaskah masih menutup biaya Paskah. Ketiga, sepuluh peristiwa luar biasa seperti hujan deras dan kabut asap membuat sekitar enam puluh dua juta rupiah kolekte tidak diterima, dan perkiraan kolekte meleset jauh bila ada peristiwa. Keempat, hanya tiga puluh tujuh umat berusia dua puluh sampai dua puluh sembilan tahun. Semua ini angka simulasi untuk memperlihatkan jenis pertanyaan yang bisa dijawab. Garis tren hanya gambaran, bukan ramalan.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Beginilah tampilan dasbor contoh kita. Di kiri, halaman Ringkasan: angka pokok kolekte dan pengeluaran program, serta grafik yang memperlihatkan arah tren. Di kanan, halaman Demografi umat, dengan piramida usia dan jenis kelamin. Halaman ini hanya memuat angka gabungan: tidak ada nama, dan kelompok yang terlalu kecil disembunyikan agar tidak ada orang yang bisa dikenali. Seluruhnya ada dua belas halaman berbahasa Indonesia, dan tersedia juga sebagai satu berkas yang bisa dibuka tanpa memasang apa pun, misalnya bila akun percobaan berakhir.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sinilah data bertemu dengan pelayanan. Data tidak memberi jawaban, tetapi membantu kita mengajukan pertanyaan yang lebih tepat. Pengeluaran program naik lebih cepat daripada kolekte: pertanyaan pastoralnya, program mana yang paling berbuah dan perlu dipertahankan. Sumbangan Adven menutup makin sedikit biaya Natal: bagaimana mengajak umat terlibat lebih awal. Sedikit umat berusia dua puluh sampai dua puluh sembilan tahun: apa yang dibutuhkan orang muda dari paroki, dan kita bisa mendengarkannya lewat survei. Ini contoh saja. Dewan dan gembala tetap yang memutuskan; data membantu kita mendengar dengan lebih teliti.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Inilah gambaran apa yang mungkin kita capai bila kita tahu apa yang ingin kita capai. Setiap kotak adalah satu tujuan pelayanan, ditulis sebagai pertanyaan pastoral. Empat di antaranya sudah kami perlihatkan dengan data simulasi: mendengar umat lewat susunan usia dan survei; mengelola dengan bijak lewat kolekte, sumbangan, dan anggaran; bersiap menghadapi peristiwa seperti hujan deras atau kabut asap; dan belajar dari kegiatan dengan menghubungkan rencana, anggaran, kegiatan, dan laporannya. Dua lainnya masih berupa kemungkinan yang belum dibangun: menata jadwal dan jumlah petugas Misa sesuai kehadiran, dan melihat jangkauan pelayanan di tiap lingkungan dengan peta. Satu hal menyatukan semuanya: setiap kemungkinan ini dimulai dari tujuan, bukan dari data. Karena itu pertanyaan terpenting bagi dewan adalah: apa yang ingin kita capai? Seluruh angka dan contoh di sini adalah simulasi.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melangkah lebih jauh, ada lima prinsip yang kita pegang. Pertama, melayani bukan menilai: kolekte bukan ukuran iman, dan kita tidak mengurutkan wilayah atau lingkungan dari yang terbaik. Kedua, privasi lebih dulu: hanya angka gabungan yang ditampilkan, dan kelompok yang hanya berisi satu sampai empat orang disembunyikan. Ketiga, jelas sumbernya: setiap angka dapat ditelusuri ke catatan asal dan penanggung jawabnya. Keempat, manusia yang memutuskan: perkiraan hanyalah gambaran, dan dewan serta gembala tetap yang memutuskan. Kelima, mulai kecil dan bertahap. Pastoral berbasis data berarti mendengar lebih teliti, bukan menilai umat.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Contoh yang kita lihat hari ini hanyalah gambaran. Yang menentukan bentuk bank informasi kita adalah hal-hal yang perlu diputuskan bersama. Yang pertama dan terpenting: apa yang ingin kita capai dan pahami dengan data kita? Dari jawaban itu kita bisa menentukan data apa yang perlu dikumpulkan. Berikutnya: kesepakatan siapa boleh melihat apa, penanggung jawab data di setiap seksi, serta kebijakan privasi dan izin pemakaian data. Terakhir, pilihan platform dan biaya akhir. Contoh ini memakai Snowflake karena akun percobaannya memudahkan, tetapi konsepnya tidak terikat pada satu produk dan dapat dipindahkan ke platform lain. Bank informasi yang baik dimulai dari tujuan yang jelas, bukan dari data yang banyak.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Sebagai penutup: bank informasi bukan sekadar tempat menyimpan data. Nilainya ada pada pelayanan yang bisa kita tingkatkan bila kita tahu apa yang ingin kita capai. Perjalanan ini dimulai dari hal yang sederhana, yaitu mengumpulkan data dengan rapi, membagikan yang tepat kepada umat, lalu memahaminya supaya pelayanan kita lebih tepat. Pastoral berbasis data bukan tentang menilai umat, melainkan tentang mendengar lebih baik dan melayani lebih tepat. Terima kasih atas perhatian Bapak dan Ibu. Kami sangat menantikan pertanyaan dan masukan dari dewan.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RANG">
    <p:bg>
      <p:bgPr>
        <a:solidFill>
          <a:srgbClr val="FAF6EE"/>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502920"/>
            <a:ext cx="10911535" cy="320040"/>
          </a:xfrm>
          <a:prstGeom prst="rect">
            <a:avLst/>
          </a:prstGeom>
          <a:noFill/>
          <a:ln/>
        </p:spPr>
        <p:txBody>
          <a:bodyPr wrap="square" rtlCol="0"/>
          <a:lstStyle>
            <a:lvl1pPr marL="0" indent="0" algn="l">
              <a:buNone/>
              <a:defRPr lang="id-ID" altLang="en-US" sz="1200" b="1" kern="0" spc="200" dirty="0">
                <a:solidFill>
                  <a:schemeClr val="accent3"/>
                </a:solidFill>
              </a:defRPr>
            </a:lvl1pPr>
          </a:lstStyle>
          <a:p>
            <a:pPr marL="0" indent="0" algn="l">
              <a:buNone/>
            </a:pPr>
            <a:endParaRPr lang="id-ID" sz="1200" dirty="0"/>
          </a:p>
        </p:txBody>
      </p:sp>
      <p:sp>
        <p:nvSpPr>
          <p:cNvPr id="3" name="Text 0"/>
          <p:cNvSpPr>
            <a:spLocks noGrp="1"/>
          </p:cNvSpPr>
          <p:nvPr>
            <p:ph type="title" idx="101" hasCustomPrompt="1"/>
          </p:nvPr>
        </p:nvSpPr>
        <p:spPr>
          <a:xfrm>
            <a:off x="640080" y="841248"/>
            <a:ext cx="10911535" cy="822960"/>
          </a:xfrm>
          <a:prstGeom prst="rect">
            <a:avLst/>
          </a:prstGeom>
          <a:noFill/>
          <a:ln/>
        </p:spPr>
        <p:txBody>
          <a:bodyPr wrap="square" rtlCol="0"/>
          <a:lstStyle>
            <a:lvl1pPr marL="0" indent="0" algn="l">
              <a:buNone/>
              <a:defRPr lang="id-ID" altLang="en-US" sz="3400" b="1" dirty="0">
                <a:solidFill>
                  <a:schemeClr val="tx1"/>
                </a:solidFill>
              </a:defRPr>
            </a:lvl1pPr>
          </a:lstStyle>
          <a:p>
            <a:pPr marL="0" indent="0" algn="l">
              <a:buNone/>
            </a:pPr>
            <a:endParaRPr lang="id-ID" sz="3400" dirty="0"/>
          </a:p>
        </p:txBody>
      </p:sp>
      <p:sp>
        <p:nvSpPr>
          <p:cNvPr id="4" name="Text 0"/>
          <p:cNvSpPr/>
          <p:nvPr/>
        </p:nvSpPr>
        <p:spPr>
          <a:xfrm>
            <a:off x="640080" y="6355080"/>
            <a:ext cx="4206240" cy="274320"/>
          </a:xfrm>
          <a:prstGeom prst="rect">
            <a:avLst/>
          </a:prstGeom>
          <a:noFill/>
          <a:ln/>
        </p:spPr>
        <p:txBody>
          <a:bodyPr wrap="square" lIns="0" tIns="0" rIns="0" bIns="0" rtlCol="0" anchor="ctr"/>
          <a:lstStyle/>
          <a:p>
            <a:pPr marL="0" indent="0">
              <a:buNone/>
            </a:pPr>
            <a:r>
              <a:rPr lang="id-ID" altLang="en-US" sz="1100" dirty="0">
                <a:solidFill>
                  <a:schemeClr val="tx2"/>
                </a:solidFill>
              </a:rPr>
              <a:t>Contoh dengan data simulasi (fiktif)</a:t>
            </a:r>
            <a:endParaRPr lang="id-ID" sz="11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SIR">
    <p:bg>
      <p:bgPr>
        <a:solidFill>
          <a:srgbClr val="F0E8D8"/>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502920"/>
            <a:ext cx="10911535" cy="320040"/>
          </a:xfrm>
          <a:prstGeom prst="rect">
            <a:avLst/>
          </a:prstGeom>
          <a:noFill/>
          <a:ln/>
        </p:spPr>
        <p:txBody>
          <a:bodyPr wrap="square" rtlCol="0"/>
          <a:lstStyle>
            <a:lvl1pPr marL="0" indent="0" algn="l">
              <a:buNone/>
              <a:defRPr lang="id-ID" altLang="en-US" sz="1200" b="1" kern="0" spc="200" dirty="0">
                <a:solidFill>
                  <a:schemeClr val="accent3"/>
                </a:solidFill>
              </a:defRPr>
            </a:lvl1pPr>
          </a:lstStyle>
          <a:p>
            <a:pPr marL="0" indent="0" algn="l">
              <a:buNone/>
            </a:pPr>
            <a:endParaRPr lang="id-ID" sz="1200" dirty="0"/>
          </a:p>
        </p:txBody>
      </p:sp>
      <p:sp>
        <p:nvSpPr>
          <p:cNvPr id="3" name="Text 0"/>
          <p:cNvSpPr>
            <a:spLocks noGrp="1"/>
          </p:cNvSpPr>
          <p:nvPr>
            <p:ph type="title" idx="101" hasCustomPrompt="1"/>
          </p:nvPr>
        </p:nvSpPr>
        <p:spPr>
          <a:xfrm>
            <a:off x="640080" y="841248"/>
            <a:ext cx="10911535" cy="822960"/>
          </a:xfrm>
          <a:prstGeom prst="rect">
            <a:avLst/>
          </a:prstGeom>
          <a:noFill/>
          <a:ln/>
        </p:spPr>
        <p:txBody>
          <a:bodyPr wrap="square" rtlCol="0"/>
          <a:lstStyle>
            <a:lvl1pPr marL="0" indent="0" algn="l">
              <a:buNone/>
              <a:defRPr lang="id-ID" altLang="en-US" sz="3400" b="1" dirty="0">
                <a:solidFill>
                  <a:schemeClr val="tx1"/>
                </a:solidFill>
              </a:defRPr>
            </a:lvl1pPr>
          </a:lstStyle>
          <a:p>
            <a:pPr marL="0" indent="0" algn="l">
              <a:buNone/>
            </a:pPr>
            <a:endParaRPr lang="id-ID" sz="3400" dirty="0"/>
          </a:p>
        </p:txBody>
      </p:sp>
      <p:sp>
        <p:nvSpPr>
          <p:cNvPr id="4" name="Text 0"/>
          <p:cNvSpPr/>
          <p:nvPr/>
        </p:nvSpPr>
        <p:spPr>
          <a:xfrm>
            <a:off x="640080" y="6355080"/>
            <a:ext cx="4206240" cy="274320"/>
          </a:xfrm>
          <a:prstGeom prst="rect">
            <a:avLst/>
          </a:prstGeom>
          <a:noFill/>
          <a:ln/>
        </p:spPr>
        <p:txBody>
          <a:bodyPr wrap="square" lIns="0" tIns="0" rIns="0" bIns="0" rtlCol="0" anchor="ctr"/>
          <a:lstStyle/>
          <a:p>
            <a:pPr marL="0" indent="0">
              <a:buNone/>
            </a:pPr>
            <a:r>
              <a:rPr lang="id-ID" altLang="en-US" sz="1100" dirty="0">
                <a:solidFill>
                  <a:schemeClr val="tx2"/>
                </a:solidFill>
              </a:rPr>
              <a:t>Contoh dengan data simulasi (fiktif)</a:t>
            </a:r>
            <a:endParaRPr lang="id-ID" sz="11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ELAP">
    <p:bg>
      <p:bgPr>
        <a:solidFill>
          <a:srgbClr val="1B2B3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22960" y="777240"/>
            <a:ext cx="10515600" cy="320040"/>
          </a:xfrm>
          <a:prstGeom prst="rect">
            <a:avLst/>
          </a:prstGeom>
          <a:noFill/>
          <a:ln/>
        </p:spPr>
        <p:txBody>
          <a:bodyPr wrap="square" rtlCol="0"/>
          <a:lstStyle>
            <a:lvl1pPr marL="0" indent="0" algn="l">
              <a:buNone/>
              <a:defRPr lang="id-ID" altLang="en-US" sz="1300" b="1" kern="0" spc="300" dirty="0">
                <a:solidFill>
                  <a:schemeClr val="accent4"/>
                </a:solidFill>
              </a:defRPr>
            </a:lvl1pPr>
          </a:lstStyle>
          <a:p>
            <a:pPr marL="0" indent="0" algn="l">
              <a:buNone/>
            </a:pPr>
            <a:endParaRPr lang="id-ID" sz="1300" dirty="0"/>
          </a:p>
        </p:txBody>
      </p:sp>
      <p:sp>
        <p:nvSpPr>
          <p:cNvPr id="3" name="Text 0"/>
          <p:cNvSpPr>
            <a:spLocks noGrp="1"/>
          </p:cNvSpPr>
          <p:nvPr>
            <p:ph type="title" idx="101" hasCustomPrompt="1"/>
          </p:nvPr>
        </p:nvSpPr>
        <p:spPr>
          <a:xfrm>
            <a:off x="822960" y="1325880"/>
            <a:ext cx="10515600" cy="2468880"/>
          </a:xfrm>
          <a:prstGeom prst="rect">
            <a:avLst/>
          </a:prstGeom>
          <a:noFill/>
          <a:ln/>
        </p:spPr>
        <p:txBody>
          <a:bodyPr wrap="square" rtlCol="0"/>
          <a:lstStyle>
            <a:lvl1pPr marL="0" indent="0" algn="l">
              <a:buNone/>
              <a:defRPr lang="id-ID" altLang="en-US" sz="5000" b="1" dirty="0">
                <a:solidFill>
                  <a:schemeClr val="bg2"/>
                </a:solidFill>
              </a:defRPr>
            </a:lvl1pPr>
          </a:lstStyle>
          <a:p>
            <a:pPr marL="0" indent="0" algn="l">
              <a:buNone/>
            </a:pPr>
            <a:endParaRPr lang="id-ID" sz="5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0.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822960" y="777240"/>
            <a:ext cx="10515600" cy="320040"/>
          </a:xfrm>
          <a:prstGeom prst="rect">
            <a:avLst/>
          </a:prstGeom>
          <a:noFill/>
          <a:ln/>
        </p:spPr>
        <p:txBody>
          <a:bodyPr wrap="square" lIns="0" tIns="0" rIns="0" bIns="0" rtlCol="0" anchor="t"/>
          <a:lstStyle/>
          <a:p>
            <a:pPr marL="0" indent="0" algn="l">
              <a:buNone/>
            </a:pPr>
            <a:r>
              <a:rPr lang="id-ID" altLang="en-US" sz="1300" b="1" kern="0" spc="300" dirty="0">
                <a:solidFill>
                  <a:schemeClr val="accent4"/>
                </a:solidFill>
              </a:rPr>
              <a:t>DEWAN PAROKI · GAMBARAN KEMUNGKINAN · CONTOH DENGAN DATA SIMULASI</a:t>
            </a:r>
            <a:endParaRPr lang="id-ID" sz="1300" dirty="0"/>
          </a:p>
        </p:txBody>
      </p:sp>
      <p:sp>
        <p:nvSpPr>
          <p:cNvPr id="4" name="Text 0"/>
          <p:cNvSpPr>
            <a:spLocks noGrp="1"/>
          </p:cNvSpPr>
          <p:nvPr>
            <p:ph type="title" idx="101" hasCustomPrompt="1"/>
          </p:nvPr>
        </p:nvSpPr>
        <p:spPr>
          <a:xfrm>
            <a:off x="822960" y="1325880"/>
            <a:ext cx="10515600" cy="2468880"/>
          </a:xfrm>
          <a:prstGeom prst="rect">
            <a:avLst/>
          </a:prstGeom>
          <a:noFill/>
          <a:ln/>
        </p:spPr>
        <p:txBody>
          <a:bodyPr wrap="square" lIns="0" tIns="0" rIns="0" bIns="0" rtlCol="0" anchor="t"/>
          <a:lstStyle/>
          <a:p>
            <a:pPr marL="0" indent="0" algn="l">
              <a:buNone/>
            </a:pPr>
            <a:r>
              <a:rPr lang="id-ID" altLang="en-US" sz="5000" b="1" dirty="0">
                <a:solidFill>
                  <a:schemeClr val="bg2"/>
                </a:solidFill>
              </a:rPr>
              <a:t>Perjalanan menuju</a:t>
            </a:r>
            <a:endParaRPr lang="id-ID" sz="5000" dirty="0"/>
          </a:p>
          <a:p>
            <a:pPr marL="0" indent="0" algn="l">
              <a:buNone/>
            </a:pPr>
            <a:r>
              <a:rPr lang="id-ID" altLang="en-US" sz="5000" b="1" dirty="0">
                <a:solidFill>
                  <a:schemeClr val="bg2"/>
                </a:solidFill>
              </a:rPr>
              <a:t>Pastoral Berbasis Data</a:t>
            </a:r>
            <a:endParaRPr lang="id-ID" sz="5000" dirty="0"/>
          </a:p>
        </p:txBody>
      </p:sp>
      <p:sp>
        <p:nvSpPr>
          <p:cNvPr id="5" name="Text 2"/>
          <p:cNvSpPr txBox="1"/>
          <p:nvPr/>
        </p:nvSpPr>
        <p:spPr>
          <a:xfrm>
            <a:off x="822960" y="3200400"/>
            <a:ext cx="9875520" cy="822960"/>
          </a:xfrm>
          <a:prstGeom prst="rect">
            <a:avLst/>
          </a:prstGeom>
          <a:noFill/>
          <a:ln/>
        </p:spPr>
        <p:txBody>
          <a:bodyPr wrap="square" lIns="0" tIns="0" rIns="0" bIns="0" rtlCol="0" anchor="t"/>
          <a:lstStyle/>
          <a:p>
            <a:pPr marL="0" indent="0">
              <a:buNone/>
            </a:pPr>
            <a:endParaRPr lang="id-ID" sz="2000" dirty="0"/>
          </a:p>
        </p:txBody>
      </p:sp>
      <p:sp>
        <p:nvSpPr>
          <p:cNvPr id="6" name="Shape 3"/>
          <p:cNvSpPr/>
          <p:nvPr/>
        </p:nvSpPr>
        <p:spPr>
          <a:xfrm>
            <a:off x="1651406" y="5157216"/>
            <a:ext cx="8889797" cy="0"/>
          </a:xfrm>
          <a:prstGeom prst="line">
            <a:avLst/>
          </a:prstGeom>
          <a:noFill/>
          <a:ln w="31750">
            <a:solidFill>
              <a:schemeClr val="accent2"/>
            </a:solidFill>
            <a:prstDash val="solid"/>
          </a:ln>
        </p:spPr>
        <p:txBody>
          <a:bodyPr/>
          <a:lstStyle/>
          <a:p>
            <a:endParaRPr lang="en-US"/>
          </a:p>
        </p:txBody>
      </p:sp>
      <p:sp>
        <p:nvSpPr>
          <p:cNvPr id="7" name="Text 4"/>
          <p:cNvSpPr/>
          <p:nvPr/>
        </p:nvSpPr>
        <p:spPr>
          <a:xfrm>
            <a:off x="1404518" y="4910328"/>
            <a:ext cx="493776" cy="493776"/>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id-ID" altLang="en-US" sz="2000" b="1" dirty="0">
                <a:solidFill>
                  <a:schemeClr val="tx1"/>
                </a:solidFill>
              </a:rPr>
              <a:t>1</a:t>
            </a:r>
            <a:endParaRPr lang="id-ID" sz="2000" dirty="0"/>
          </a:p>
        </p:txBody>
      </p:sp>
      <p:sp>
        <p:nvSpPr>
          <p:cNvPr id="8" name="Text 5"/>
          <p:cNvSpPr txBox="1"/>
          <p:nvPr/>
        </p:nvSpPr>
        <p:spPr>
          <a:xfrm>
            <a:off x="371246" y="5532120"/>
            <a:ext cx="2560320" cy="457200"/>
          </a:xfrm>
          <a:prstGeom prst="rect">
            <a:avLst/>
          </a:prstGeom>
          <a:noFill/>
          <a:ln/>
        </p:spPr>
        <p:txBody>
          <a:bodyPr wrap="square" lIns="0" tIns="0" rIns="0" bIns="0" rtlCol="0" anchor="ctr"/>
          <a:lstStyle/>
          <a:p>
            <a:pPr marL="0" indent="0" algn="ctr">
              <a:buNone/>
            </a:pPr>
            <a:r>
              <a:rPr lang="id-ID" altLang="en-US" sz="2000" b="1" dirty="0">
                <a:solidFill>
                  <a:schemeClr val="bg2"/>
                </a:solidFill>
              </a:rPr>
              <a:t>Kumpulkan</a:t>
            </a:r>
            <a:endParaRPr lang="id-ID" sz="2000" dirty="0"/>
          </a:p>
        </p:txBody>
      </p:sp>
      <p:sp>
        <p:nvSpPr>
          <p:cNvPr id="9" name="Text 6"/>
          <p:cNvSpPr/>
          <p:nvPr/>
        </p:nvSpPr>
        <p:spPr>
          <a:xfrm>
            <a:off x="5849417" y="4910328"/>
            <a:ext cx="493776" cy="493776"/>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id-ID" altLang="en-US" sz="2000" b="1" dirty="0">
                <a:solidFill>
                  <a:schemeClr val="tx1"/>
                </a:solidFill>
              </a:rPr>
              <a:t>2</a:t>
            </a:r>
            <a:endParaRPr lang="id-ID" sz="2000" dirty="0"/>
          </a:p>
        </p:txBody>
      </p:sp>
      <p:sp>
        <p:nvSpPr>
          <p:cNvPr id="10" name="Text 7"/>
          <p:cNvSpPr txBox="1"/>
          <p:nvPr/>
        </p:nvSpPr>
        <p:spPr>
          <a:xfrm>
            <a:off x="4816145" y="5532120"/>
            <a:ext cx="2560320" cy="457200"/>
          </a:xfrm>
          <a:prstGeom prst="rect">
            <a:avLst/>
          </a:prstGeom>
          <a:noFill/>
          <a:ln/>
        </p:spPr>
        <p:txBody>
          <a:bodyPr wrap="square" lIns="0" tIns="0" rIns="0" bIns="0" rtlCol="0" anchor="ctr"/>
          <a:lstStyle/>
          <a:p>
            <a:pPr marL="0" indent="0" algn="ctr">
              <a:buNone/>
            </a:pPr>
            <a:r>
              <a:rPr lang="id-ID" altLang="en-US" sz="2000" b="1" dirty="0">
                <a:solidFill>
                  <a:schemeClr val="bg2"/>
                </a:solidFill>
              </a:rPr>
              <a:t>Bagikan</a:t>
            </a:r>
            <a:endParaRPr lang="id-ID" sz="2000" dirty="0"/>
          </a:p>
        </p:txBody>
      </p:sp>
      <p:sp>
        <p:nvSpPr>
          <p:cNvPr id="11" name="Text 8"/>
          <p:cNvSpPr/>
          <p:nvPr/>
        </p:nvSpPr>
        <p:spPr>
          <a:xfrm>
            <a:off x="10294315" y="4910328"/>
            <a:ext cx="493776" cy="493776"/>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id-ID" altLang="en-US" sz="2000" b="1" dirty="0">
                <a:solidFill>
                  <a:schemeClr val="tx1"/>
                </a:solidFill>
              </a:rPr>
              <a:t>3</a:t>
            </a:r>
            <a:endParaRPr lang="id-ID" sz="2000" dirty="0"/>
          </a:p>
        </p:txBody>
      </p:sp>
      <p:sp>
        <p:nvSpPr>
          <p:cNvPr id="12" name="Text 9"/>
          <p:cNvSpPr txBox="1"/>
          <p:nvPr/>
        </p:nvSpPr>
        <p:spPr>
          <a:xfrm>
            <a:off x="9261043" y="5532120"/>
            <a:ext cx="2560320" cy="457200"/>
          </a:xfrm>
          <a:prstGeom prst="rect">
            <a:avLst/>
          </a:prstGeom>
          <a:noFill/>
          <a:ln/>
        </p:spPr>
        <p:txBody>
          <a:bodyPr wrap="square" lIns="0" tIns="0" rIns="0" bIns="0" rtlCol="0" anchor="ctr"/>
          <a:lstStyle/>
          <a:p>
            <a:pPr marL="0" indent="0" algn="ctr">
              <a:buNone/>
            </a:pPr>
            <a:r>
              <a:rPr lang="id-ID" altLang="en-US" sz="2000" b="1" dirty="0">
                <a:solidFill>
                  <a:schemeClr val="bg2"/>
                </a:solidFill>
              </a:rPr>
              <a:t>Pahami</a:t>
            </a:r>
            <a:endParaRPr lang="id-ID"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TITIK AWAL</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Bank informasi?</a:t>
            </a:r>
            <a:endParaRPr lang="id-ID" sz="3400" dirty="0"/>
          </a:p>
        </p:txBody>
      </p:sp>
      <p:sp>
        <p:nvSpPr>
          <p:cNvPr id="5" name="Shape 2"/>
          <p:cNvSpPr/>
          <p:nvPr/>
        </p:nvSpPr>
        <p:spPr>
          <a:xfrm>
            <a:off x="640080" y="1874520"/>
            <a:ext cx="5272888" cy="3246120"/>
          </a:xfrm>
          <a:prstGeom prst="roundRect">
            <a:avLst>
              <a:gd name="adj" fmla="val 4225"/>
            </a:avLst>
          </a:prstGeom>
          <a:solidFill>
            <a:schemeClr val="bg1"/>
          </a:solidFill>
          <a:ln w="25400">
            <a:solidFill>
              <a:schemeClr val="accent1"/>
            </a:solidFill>
            <a:prstDash val="solid"/>
          </a:ln>
        </p:spPr>
        <p:txBody>
          <a:bodyPr/>
          <a:lstStyle/>
          <a:p>
            <a:endParaRPr lang="en-US"/>
          </a:p>
        </p:txBody>
      </p:sp>
      <p:sp>
        <p:nvSpPr>
          <p:cNvPr id="6" name="Text 3"/>
          <p:cNvSpPr txBox="1"/>
          <p:nvPr/>
        </p:nvSpPr>
        <p:spPr>
          <a:xfrm>
            <a:off x="1005840" y="2103120"/>
            <a:ext cx="4541368" cy="548640"/>
          </a:xfrm>
          <a:prstGeom prst="rect">
            <a:avLst/>
          </a:prstGeom>
          <a:noFill/>
          <a:ln/>
        </p:spPr>
        <p:txBody>
          <a:bodyPr wrap="square" lIns="0" tIns="0" rIns="0" bIns="0" rtlCol="0" anchor="ctr"/>
          <a:lstStyle/>
          <a:p>
            <a:pPr marL="0" indent="0">
              <a:buNone/>
            </a:pPr>
            <a:r>
              <a:rPr lang="id-ID" altLang="en-US" sz="2600" b="1" dirty="0">
                <a:solidFill>
                  <a:schemeClr val="accent1"/>
                </a:solidFill>
                <a:latin typeface="Cambria" pitchFamily="34" charset="0"/>
                <a:ea typeface="Cambria" pitchFamily="34" charset="-122"/>
                <a:cs typeface="Cambria" pitchFamily="34" charset="-120"/>
              </a:rPr>
              <a:t>Hanya tempat menyimpan</a:t>
            </a:r>
            <a:endParaRPr lang="id-ID" sz="2600" dirty="0"/>
          </a:p>
        </p:txBody>
      </p:sp>
      <p:sp>
        <p:nvSpPr>
          <p:cNvPr id="7" name="Text 4"/>
          <p:cNvSpPr txBox="1"/>
          <p:nvPr/>
        </p:nvSpPr>
        <p:spPr>
          <a:xfrm>
            <a:off x="1005840" y="2743200"/>
            <a:ext cx="4541368" cy="2240280"/>
          </a:xfrm>
          <a:prstGeom prst="rect">
            <a:avLst/>
          </a:prstGeom>
          <a:noFill/>
          <a:ln/>
        </p:spPr>
        <p:txBody>
          <a:bodyPr wrap="square" lIns="0" tIns="0" rIns="0" bIns="0" rtlCol="0" anchor="t"/>
          <a:lstStyle/>
          <a:p>
            <a:pPr marL="342900" indent="-342900">
              <a:spcAft>
                <a:spcPts val="800"/>
              </a:spcAft>
              <a:buSzPct val="100000"/>
              <a:buChar char="•"/>
            </a:pPr>
            <a:r>
              <a:rPr lang="id-ID" altLang="en-US" sz="1600" dirty="0">
                <a:solidFill>
                  <a:schemeClr val="tx1"/>
                </a:solidFill>
              </a:rPr>
              <a:t>Semua data terkumpul di satu tempat</a:t>
            </a:r>
            <a:endParaRPr lang="id-ID" sz="1600" dirty="0"/>
          </a:p>
          <a:p>
            <a:pPr marL="342900" indent="-342900">
              <a:spcAft>
                <a:spcPts val="800"/>
              </a:spcAft>
              <a:buSzPct val="100000"/>
              <a:buChar char="•"/>
            </a:pPr>
            <a:r>
              <a:rPr lang="id-ID" altLang="en-US" sz="1600" dirty="0">
                <a:solidFill>
                  <a:schemeClr val="tx1"/>
                </a:solidFill>
              </a:rPr>
              <a:t>Belum jelas siapa memakainya, dan untuk apa</a:t>
            </a:r>
            <a:endParaRPr lang="id-ID" sz="1600" dirty="0"/>
          </a:p>
          <a:p>
            <a:pPr marL="342900" indent="-342900">
              <a:spcAft>
                <a:spcPts val="800"/>
              </a:spcAft>
              <a:buSzPct val="100000"/>
              <a:buChar char="•"/>
            </a:pPr>
            <a:r>
              <a:rPr lang="id-ID" altLang="en-US" sz="1600" dirty="0">
                <a:solidFill>
                  <a:schemeClr val="tx1"/>
                </a:solidFill>
              </a:rPr>
              <a:t>Data menumpuk dan jarang dibuka</a:t>
            </a:r>
            <a:endParaRPr lang="id-ID" sz="1600" dirty="0"/>
          </a:p>
          <a:p>
            <a:pPr marL="342900" indent="-342900">
              <a:spcAft>
                <a:spcPts val="800"/>
              </a:spcAft>
              <a:buSzPct val="100000"/>
              <a:buChar char="•"/>
            </a:pPr>
            <a:r>
              <a:rPr lang="id-ID" altLang="en-US" sz="1600" dirty="0">
                <a:solidFill>
                  <a:schemeClr val="tx1"/>
                </a:solidFill>
              </a:rPr>
              <a:t>Pelayanan berjalan seperti sebelumnya</a:t>
            </a:r>
            <a:endParaRPr lang="id-ID" sz="1600" dirty="0"/>
          </a:p>
        </p:txBody>
      </p:sp>
      <p:sp>
        <p:nvSpPr>
          <p:cNvPr id="8" name="Shape 5"/>
          <p:cNvSpPr/>
          <p:nvPr/>
        </p:nvSpPr>
        <p:spPr>
          <a:xfrm>
            <a:off x="6278728" y="1874520"/>
            <a:ext cx="5272888" cy="3246120"/>
          </a:xfrm>
          <a:prstGeom prst="roundRect">
            <a:avLst>
              <a:gd name="adj" fmla="val 4225"/>
            </a:avLst>
          </a:prstGeom>
          <a:solidFill>
            <a:schemeClr val="tx1"/>
          </a:solidFill>
          <a:ln w="12700">
            <a:solidFill>
              <a:schemeClr val="tx1"/>
            </a:solidFill>
            <a:prstDash val="solid"/>
          </a:ln>
        </p:spPr>
        <p:txBody>
          <a:bodyPr/>
          <a:lstStyle/>
          <a:p>
            <a:endParaRPr lang="en-US"/>
          </a:p>
        </p:txBody>
      </p:sp>
      <p:sp>
        <p:nvSpPr>
          <p:cNvPr id="9" name="Text 6"/>
          <p:cNvSpPr txBox="1"/>
          <p:nvPr/>
        </p:nvSpPr>
        <p:spPr>
          <a:xfrm>
            <a:off x="6644488" y="2103120"/>
            <a:ext cx="4541368" cy="548640"/>
          </a:xfrm>
          <a:prstGeom prst="rect">
            <a:avLst/>
          </a:prstGeom>
          <a:noFill/>
          <a:ln/>
        </p:spPr>
        <p:txBody>
          <a:bodyPr wrap="square" lIns="0" tIns="0" rIns="0" bIns="0" rtlCol="0" anchor="ctr"/>
          <a:lstStyle/>
          <a:p>
            <a:pPr marL="0" indent="0">
              <a:buNone/>
            </a:pPr>
            <a:r>
              <a:rPr lang="id-ID" altLang="en-US" sz="2600" b="1" dirty="0">
                <a:solidFill>
                  <a:schemeClr val="accent4"/>
                </a:solidFill>
                <a:latin typeface="Cambria" pitchFamily="34" charset="0"/>
                <a:ea typeface="Cambria" pitchFamily="34" charset="-122"/>
                <a:cs typeface="Cambria" pitchFamily="34" charset="-120"/>
              </a:rPr>
              <a:t>Bank informasi yang bekerja</a:t>
            </a:r>
            <a:endParaRPr lang="id-ID" sz="2600" dirty="0"/>
          </a:p>
        </p:txBody>
      </p:sp>
      <p:sp>
        <p:nvSpPr>
          <p:cNvPr id="10" name="Text 7"/>
          <p:cNvSpPr txBox="1"/>
          <p:nvPr/>
        </p:nvSpPr>
        <p:spPr>
          <a:xfrm>
            <a:off x="6644488" y="2743200"/>
            <a:ext cx="4541368" cy="2240280"/>
          </a:xfrm>
          <a:prstGeom prst="rect">
            <a:avLst/>
          </a:prstGeom>
          <a:noFill/>
          <a:ln/>
        </p:spPr>
        <p:txBody>
          <a:bodyPr wrap="square" lIns="0" tIns="0" rIns="0" bIns="0" rtlCol="0" anchor="t"/>
          <a:lstStyle/>
          <a:p>
            <a:pPr marL="342900" indent="-342900">
              <a:spcAft>
                <a:spcPts val="800"/>
              </a:spcAft>
              <a:buSzPct val="100000"/>
              <a:buChar char="•"/>
            </a:pPr>
            <a:r>
              <a:rPr lang="id-ID" altLang="en-US" sz="1600" dirty="0">
                <a:solidFill>
                  <a:schemeClr val="bg2"/>
                </a:solidFill>
              </a:rPr>
              <a:t>Dimulai dari pertanyaan pelayanan</a:t>
            </a:r>
            <a:endParaRPr lang="id-ID" sz="1600" dirty="0"/>
          </a:p>
          <a:p>
            <a:pPr marL="342900" indent="-342900">
              <a:spcAft>
                <a:spcPts val="800"/>
              </a:spcAft>
              <a:buSzPct val="100000"/>
              <a:buChar char="•"/>
            </a:pPr>
            <a:r>
              <a:rPr lang="id-ID" altLang="en-US" sz="1600" dirty="0">
                <a:solidFill>
                  <a:schemeClr val="bg2"/>
                </a:solidFill>
              </a:rPr>
              <a:t>Data ditata untuk menjawabnya</a:t>
            </a:r>
            <a:endParaRPr lang="id-ID" sz="1600" dirty="0"/>
          </a:p>
          <a:p>
            <a:pPr marL="342900" indent="-342900">
              <a:spcAft>
                <a:spcPts val="800"/>
              </a:spcAft>
              <a:buSzPct val="100000"/>
              <a:buChar char="•"/>
            </a:pPr>
            <a:r>
              <a:rPr lang="id-ID" altLang="en-US" sz="1600" dirty="0">
                <a:solidFill>
                  <a:schemeClr val="bg2"/>
                </a:solidFill>
              </a:rPr>
              <a:t>Jawaban sampai kepada yang membutuhkan: umat, seksi, dan dewan</a:t>
            </a:r>
            <a:endParaRPr lang="id-ID" sz="1600" dirty="0"/>
          </a:p>
          <a:p>
            <a:pPr marL="342900" indent="-342900">
              <a:spcAft>
                <a:spcPts val="800"/>
              </a:spcAft>
              <a:buSzPct val="100000"/>
              <a:buChar char="•"/>
            </a:pPr>
            <a:r>
              <a:rPr lang="id-ID" altLang="en-US" sz="1600" dirty="0">
                <a:solidFill>
                  <a:schemeClr val="bg2"/>
                </a:solidFill>
              </a:rPr>
              <a:t>Pelayanan menjadi lebih tepat</a:t>
            </a:r>
            <a:endParaRPr lang="id-ID" sz="16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2</a:t>
            </a:fld>
            <a:endParaRPr lang="en-US"/>
          </a:p>
        </p:txBody>
      </p:sp>
      <p:sp>
        <p:nvSpPr>
          <p:cNvPr id="26" name="Pesan utama"/>
          <p:cNvSpPr txBox="1"/>
          <p:nvPr/>
        </p:nvSpPr>
        <p:spPr>
          <a:xfrm>
            <a:off x="640080" y="5257800"/>
            <a:ext cx="10911535" cy="502920"/>
          </a:xfrm>
          <a:prstGeom prst="rect">
            <a:avLst/>
          </a:prstGeom>
          <a:noFill/>
          <a:ln/>
        </p:spPr>
        <p:txBody>
          <a:bodyPr wrap="square" lIns="0" tIns="0" rIns="0" bIns="0" rtlCol="0" anchor="ctr"/>
          <a:lstStyle/>
          <a:p>
            <a:pPr marL="0" indent="0">
              <a:buNone/>
            </a:pPr>
            <a:r>
              <a:rPr lang="id-ID" altLang="en-US" sz="1800" b="1" dirty="0">
                <a:solidFill>
                  <a:schemeClr val="tx1"/>
                </a:solidFill>
              </a:rPr>
              <a:t>Pertanyaannya bukan hanya “data apa yang kita simpan?”, tetapi “apa yang ingin kita capai dengannya?”</a:t>
            </a:r>
            <a:endParaRPr lang="id-ID" sz="1800" dirty="0"/>
          </a:p>
        </p:txBody>
      </p:sp>
      <p:sp>
        <p:nvSpPr>
          <p:cNvPr id="27" name="Catatan data fiktif"/>
          <p:cNvSpPr txBox="1"/>
          <p:nvPr/>
        </p:nvSpPr>
        <p:spPr>
          <a:xfrm>
            <a:off x="640080" y="5806440"/>
            <a:ext cx="10911535" cy="411480"/>
          </a:xfrm>
          <a:prstGeom prst="rect">
            <a:avLst/>
          </a:prstGeom>
          <a:noFill/>
          <a:ln/>
        </p:spPr>
        <p:txBody>
          <a:bodyPr wrap="square" lIns="0" tIns="0" rIns="0" bIns="0" rtlCol="0" anchor="ctr"/>
          <a:lstStyle/>
          <a:p>
            <a:pPr marL="0" indent="0">
              <a:buNone/>
            </a:pPr>
            <a:r>
              <a:rPr lang="id-ID" altLang="en-US" sz="1300" dirty="0">
                <a:solidFill>
                  <a:schemeClr val="tx2"/>
                </a:solidFill>
              </a:rPr>
              <a:t>Seluruh contoh dalam presentasi ini memakai data fiktif. Tujuannya memperlihatkan apa yang mungkin, bukan melaporkan keadaan paroki.</a:t>
            </a:r>
            <a:endParaRPr lang="id-ID"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MULAI DARI PERTANYAAN</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Pertanyaan yang sering kita ajukan</a:t>
            </a:r>
            <a:endParaRPr lang="id-ID" sz="3400" dirty="0"/>
          </a:p>
        </p:txBody>
      </p:sp>
      <p:sp>
        <p:nvSpPr>
          <p:cNvPr id="5" name="Shape 2"/>
          <p:cNvSpPr/>
          <p:nvPr/>
        </p:nvSpPr>
        <p:spPr>
          <a:xfrm>
            <a:off x="640080" y="1874520"/>
            <a:ext cx="5341468" cy="1417320"/>
          </a:xfrm>
          <a:prstGeom prst="roundRect">
            <a:avLst>
              <a:gd name="adj" fmla="val 9677"/>
            </a:avLst>
          </a:prstGeom>
          <a:solidFill>
            <a:schemeClr val="bg1"/>
          </a:solidFill>
          <a:ln w="12700">
            <a:solidFill>
              <a:schemeClr val="accent6"/>
            </a:solidFill>
            <a:prstDash val="solid"/>
          </a:ln>
        </p:spPr>
        <p:txBody>
          <a:bodyPr/>
          <a:lstStyle/>
          <a:p>
            <a:endParaRPr lang="en-US"/>
          </a:p>
        </p:txBody>
      </p:sp>
      <p:pic>
        <p:nvPicPr>
          <p:cNvPr id="6" name="Image 0" descr="Ikon umat"/>
          <p:cNvPicPr>
            <a:picLocks noChangeAspect="1"/>
          </p:cNvPicPr>
          <p:nvPr/>
        </p:nvPicPr>
        <p:blipFill>
          <a:blip r:embed="rId3"/>
          <a:stretch>
            <a:fillRect/>
          </a:stretch>
        </p:blipFill>
        <p:spPr>
          <a:xfrm>
            <a:off x="1005840" y="2313432"/>
            <a:ext cx="548640" cy="548640"/>
          </a:xfrm>
          <a:prstGeom prst="rect">
            <a:avLst/>
          </a:prstGeom>
        </p:spPr>
      </p:pic>
      <p:sp>
        <p:nvSpPr>
          <p:cNvPr id="7" name="Text 3"/>
          <p:cNvSpPr txBox="1"/>
          <p:nvPr/>
        </p:nvSpPr>
        <p:spPr>
          <a:xfrm>
            <a:off x="1828800" y="2011680"/>
            <a:ext cx="3878428" cy="1143000"/>
          </a:xfrm>
          <a:prstGeom prst="rect">
            <a:avLst/>
          </a:prstGeom>
          <a:noFill/>
          <a:ln/>
        </p:spPr>
        <p:txBody>
          <a:bodyPr wrap="square" lIns="0" tIns="0" rIns="0" bIns="0" rtlCol="0" anchor="ctr"/>
          <a:lstStyle/>
          <a:p>
            <a:pPr marL="0" indent="0">
              <a:buNone/>
            </a:pPr>
            <a:r>
              <a:rPr lang="id-ID" altLang="en-US" sz="1800" dirty="0">
                <a:solidFill>
                  <a:schemeClr val="tx1"/>
                </a:solidFill>
              </a:rPr>
              <a:t>Berapa umat yang hadir di setiap Misa, dan apakah jumlahnya berubah?</a:t>
            </a:r>
            <a:endParaRPr lang="id-ID" sz="1800" dirty="0"/>
          </a:p>
        </p:txBody>
      </p:sp>
      <p:sp>
        <p:nvSpPr>
          <p:cNvPr id="8" name="Shape 4"/>
          <p:cNvSpPr/>
          <p:nvPr/>
        </p:nvSpPr>
        <p:spPr>
          <a:xfrm>
            <a:off x="6210148" y="1874520"/>
            <a:ext cx="5341468" cy="1417320"/>
          </a:xfrm>
          <a:prstGeom prst="roundRect">
            <a:avLst>
              <a:gd name="adj" fmla="val 9677"/>
            </a:avLst>
          </a:prstGeom>
          <a:solidFill>
            <a:schemeClr val="bg1"/>
          </a:solidFill>
          <a:ln w="12700">
            <a:solidFill>
              <a:schemeClr val="accent6"/>
            </a:solidFill>
            <a:prstDash val="solid"/>
          </a:ln>
        </p:spPr>
        <p:txBody>
          <a:bodyPr/>
          <a:lstStyle/>
          <a:p>
            <a:endParaRPr lang="en-US"/>
          </a:p>
        </p:txBody>
      </p:sp>
      <p:pic>
        <p:nvPicPr>
          <p:cNvPr id="9" name="Image 1" descr="Ikon grafik"/>
          <p:cNvPicPr>
            <a:picLocks noChangeAspect="1"/>
          </p:cNvPicPr>
          <p:nvPr/>
        </p:nvPicPr>
        <p:blipFill>
          <a:blip r:embed="rId4"/>
          <a:stretch>
            <a:fillRect/>
          </a:stretch>
        </p:blipFill>
        <p:spPr>
          <a:xfrm>
            <a:off x="6575908" y="2313432"/>
            <a:ext cx="548640" cy="548640"/>
          </a:xfrm>
          <a:prstGeom prst="rect">
            <a:avLst/>
          </a:prstGeom>
        </p:spPr>
      </p:pic>
      <p:sp>
        <p:nvSpPr>
          <p:cNvPr id="10" name="Text 5"/>
          <p:cNvSpPr txBox="1"/>
          <p:nvPr/>
        </p:nvSpPr>
        <p:spPr>
          <a:xfrm>
            <a:off x="7398868" y="2011680"/>
            <a:ext cx="3878428" cy="1143000"/>
          </a:xfrm>
          <a:prstGeom prst="rect">
            <a:avLst/>
          </a:prstGeom>
          <a:noFill/>
          <a:ln/>
        </p:spPr>
        <p:txBody>
          <a:bodyPr wrap="square" lIns="0" tIns="0" rIns="0" bIns="0" rtlCol="0" anchor="ctr"/>
          <a:lstStyle/>
          <a:p>
            <a:pPr marL="0" indent="0">
              <a:buNone/>
            </a:pPr>
            <a:r>
              <a:rPr lang="en-US" altLang="en-US" sz="1800" dirty="0" err="1">
                <a:solidFill>
                  <a:schemeClr val="tx1"/>
                </a:solidFill>
              </a:rPr>
              <a:t>Bagaimanakah</a:t>
            </a:r>
            <a:r>
              <a:rPr lang="en-US" altLang="en-US" sz="1800" dirty="0">
                <a:solidFill>
                  <a:schemeClr val="tx1"/>
                </a:solidFill>
              </a:rPr>
              <a:t> </a:t>
            </a:r>
            <a:r>
              <a:rPr lang="en-US" altLang="en-US" sz="1800" dirty="0" err="1">
                <a:solidFill>
                  <a:schemeClr val="tx1"/>
                </a:solidFill>
              </a:rPr>
              <a:t>kemampuan</a:t>
            </a:r>
            <a:r>
              <a:rPr lang="en-US" altLang="en-US" sz="1800" dirty="0">
                <a:solidFill>
                  <a:schemeClr val="tx1"/>
                </a:solidFill>
              </a:rPr>
              <a:t> Paroki </a:t>
            </a:r>
            <a:r>
              <a:rPr lang="en-US" altLang="en-US" sz="1800" dirty="0" err="1">
                <a:solidFill>
                  <a:schemeClr val="tx1"/>
                </a:solidFill>
              </a:rPr>
              <a:t>dalam</a:t>
            </a:r>
            <a:r>
              <a:rPr lang="en-US" altLang="en-US" sz="1800" dirty="0">
                <a:solidFill>
                  <a:schemeClr val="tx1"/>
                </a:solidFill>
              </a:rPr>
              <a:t> </a:t>
            </a:r>
            <a:r>
              <a:rPr lang="en-US" altLang="en-US" sz="1800" dirty="0" err="1">
                <a:solidFill>
                  <a:schemeClr val="tx1"/>
                </a:solidFill>
              </a:rPr>
              <a:t>mengelola</a:t>
            </a:r>
            <a:r>
              <a:rPr lang="en-US" altLang="en-US" sz="1800" dirty="0">
                <a:solidFill>
                  <a:schemeClr val="tx1"/>
                </a:solidFill>
              </a:rPr>
              <a:t> </a:t>
            </a:r>
            <a:r>
              <a:rPr lang="en-US" altLang="en-US" sz="1800" dirty="0" err="1">
                <a:solidFill>
                  <a:schemeClr val="tx1"/>
                </a:solidFill>
              </a:rPr>
              <a:t>keuangannya</a:t>
            </a:r>
            <a:r>
              <a:rPr lang="en-US" altLang="en-US" sz="1800" dirty="0">
                <a:solidFill>
                  <a:schemeClr val="tx1"/>
                </a:solidFill>
              </a:rPr>
              <a:t> </a:t>
            </a:r>
            <a:r>
              <a:rPr lang="en-US" altLang="en-US" sz="1800" dirty="0" err="1">
                <a:solidFill>
                  <a:schemeClr val="tx1"/>
                </a:solidFill>
              </a:rPr>
              <a:t>sekarang</a:t>
            </a:r>
            <a:r>
              <a:rPr lang="en-US" altLang="en-US" sz="1800" dirty="0">
                <a:solidFill>
                  <a:schemeClr val="tx1"/>
                </a:solidFill>
              </a:rPr>
              <a:t> dan </a:t>
            </a:r>
            <a:r>
              <a:rPr lang="en-US" altLang="en-US" sz="1800" dirty="0" err="1">
                <a:solidFill>
                  <a:schemeClr val="tx1"/>
                </a:solidFill>
              </a:rPr>
              <a:t>kedepannya</a:t>
            </a:r>
            <a:r>
              <a:rPr lang="en-US" altLang="en-US" sz="1800" dirty="0">
                <a:solidFill>
                  <a:schemeClr val="tx1"/>
                </a:solidFill>
              </a:rPr>
              <a:t>?</a:t>
            </a:r>
            <a:endParaRPr lang="id-ID" sz="1800" dirty="0"/>
          </a:p>
        </p:txBody>
      </p:sp>
      <p:sp>
        <p:nvSpPr>
          <p:cNvPr id="11" name="Shape 6"/>
          <p:cNvSpPr/>
          <p:nvPr/>
        </p:nvSpPr>
        <p:spPr>
          <a:xfrm>
            <a:off x="640080" y="3474720"/>
            <a:ext cx="5341468" cy="1417320"/>
          </a:xfrm>
          <a:prstGeom prst="roundRect">
            <a:avLst>
              <a:gd name="adj" fmla="val 9677"/>
            </a:avLst>
          </a:prstGeom>
          <a:solidFill>
            <a:schemeClr val="bg1"/>
          </a:solidFill>
          <a:ln w="12700">
            <a:solidFill>
              <a:schemeClr val="accent6"/>
            </a:solidFill>
            <a:prstDash val="solid"/>
          </a:ln>
        </p:spPr>
        <p:txBody>
          <a:bodyPr/>
          <a:lstStyle/>
          <a:p>
            <a:endParaRPr lang="en-US"/>
          </a:p>
        </p:txBody>
      </p:sp>
      <p:pic>
        <p:nvPicPr>
          <p:cNvPr id="12" name="Image 2" descr="Ikon jam"/>
          <p:cNvPicPr>
            <a:picLocks noChangeAspect="1"/>
          </p:cNvPicPr>
          <p:nvPr/>
        </p:nvPicPr>
        <p:blipFill>
          <a:blip r:embed="rId5"/>
          <a:stretch>
            <a:fillRect/>
          </a:stretch>
        </p:blipFill>
        <p:spPr>
          <a:xfrm>
            <a:off x="1005840" y="3913632"/>
            <a:ext cx="548640" cy="548640"/>
          </a:xfrm>
          <a:prstGeom prst="rect">
            <a:avLst/>
          </a:prstGeom>
        </p:spPr>
      </p:pic>
      <p:sp>
        <p:nvSpPr>
          <p:cNvPr id="13" name="Text 7"/>
          <p:cNvSpPr txBox="1"/>
          <p:nvPr/>
        </p:nvSpPr>
        <p:spPr>
          <a:xfrm>
            <a:off x="1828800" y="3611880"/>
            <a:ext cx="3878428" cy="1143000"/>
          </a:xfrm>
          <a:prstGeom prst="rect">
            <a:avLst/>
          </a:prstGeom>
          <a:noFill/>
          <a:ln/>
        </p:spPr>
        <p:txBody>
          <a:bodyPr wrap="square" lIns="0" tIns="0" rIns="0" bIns="0" rtlCol="0" anchor="ctr"/>
          <a:lstStyle/>
          <a:p>
            <a:pPr marL="0" indent="0">
              <a:buNone/>
            </a:pPr>
            <a:r>
              <a:rPr lang="id-ID" altLang="en-US" sz="1800" dirty="0">
                <a:solidFill>
                  <a:schemeClr val="tx1"/>
                </a:solidFill>
              </a:rPr>
              <a:t>Kegiatan apa yang akan datang, dan siapa yang perlu tahu?</a:t>
            </a:r>
            <a:endParaRPr lang="id-ID" sz="1800" dirty="0"/>
          </a:p>
        </p:txBody>
      </p:sp>
      <p:sp>
        <p:nvSpPr>
          <p:cNvPr id="14" name="Shape 8"/>
          <p:cNvSpPr/>
          <p:nvPr/>
        </p:nvSpPr>
        <p:spPr>
          <a:xfrm>
            <a:off x="6210148" y="3474720"/>
            <a:ext cx="5341468" cy="1417320"/>
          </a:xfrm>
          <a:prstGeom prst="roundRect">
            <a:avLst>
              <a:gd name="adj" fmla="val 9677"/>
            </a:avLst>
          </a:prstGeom>
          <a:solidFill>
            <a:schemeClr val="bg1"/>
          </a:solidFill>
          <a:ln w="12700">
            <a:solidFill>
              <a:schemeClr val="accent6"/>
            </a:solidFill>
            <a:prstDash val="solid"/>
          </a:ln>
        </p:spPr>
        <p:txBody>
          <a:bodyPr/>
          <a:lstStyle/>
          <a:p>
            <a:endParaRPr lang="en-US"/>
          </a:p>
        </p:txBody>
      </p:sp>
      <p:pic>
        <p:nvPicPr>
          <p:cNvPr id="15" name="Image 3" descr="Ikon keluarga"/>
          <p:cNvPicPr>
            <a:picLocks noChangeAspect="1"/>
          </p:cNvPicPr>
          <p:nvPr/>
        </p:nvPicPr>
        <p:blipFill>
          <a:blip r:embed="rId6"/>
          <a:stretch>
            <a:fillRect/>
          </a:stretch>
        </p:blipFill>
        <p:spPr>
          <a:xfrm>
            <a:off x="6575908" y="3913632"/>
            <a:ext cx="548640" cy="548640"/>
          </a:xfrm>
          <a:prstGeom prst="rect">
            <a:avLst/>
          </a:prstGeom>
        </p:spPr>
      </p:pic>
      <p:sp>
        <p:nvSpPr>
          <p:cNvPr id="16" name="Text 9"/>
          <p:cNvSpPr txBox="1"/>
          <p:nvPr/>
        </p:nvSpPr>
        <p:spPr>
          <a:xfrm>
            <a:off x="7398868" y="3611880"/>
            <a:ext cx="3878428" cy="1143000"/>
          </a:xfrm>
          <a:prstGeom prst="rect">
            <a:avLst/>
          </a:prstGeom>
          <a:noFill/>
          <a:ln/>
        </p:spPr>
        <p:txBody>
          <a:bodyPr wrap="square" lIns="0" tIns="0" rIns="0" bIns="0" rtlCol="0" anchor="ctr"/>
          <a:lstStyle/>
          <a:p>
            <a:pPr marL="0" indent="0">
              <a:buNone/>
            </a:pPr>
            <a:r>
              <a:rPr lang="id-ID" altLang="en-US" sz="1800" dirty="0">
                <a:solidFill>
                  <a:schemeClr val="tx1"/>
                </a:solidFill>
              </a:rPr>
              <a:t>Siapa umat kita</a:t>
            </a:r>
            <a:r>
              <a:rPr lang="en-US" altLang="en-US" dirty="0"/>
              <a:t>?</a:t>
            </a:r>
            <a:endParaRPr lang="id-ID" sz="1800" dirty="0"/>
          </a:p>
        </p:txBody>
      </p:sp>
      <p:sp>
        <p:nvSpPr>
          <p:cNvPr id="17" name="Text 10"/>
          <p:cNvSpPr txBox="1"/>
          <p:nvPr/>
        </p:nvSpPr>
        <p:spPr>
          <a:xfrm>
            <a:off x="640080" y="5257800"/>
            <a:ext cx="10911535" cy="640080"/>
          </a:xfrm>
          <a:prstGeom prst="rect">
            <a:avLst/>
          </a:prstGeom>
          <a:noFill/>
          <a:ln/>
        </p:spPr>
        <p:txBody>
          <a:bodyPr wrap="square" lIns="0" tIns="0" rIns="0" bIns="0" rtlCol="0" anchor="ctr"/>
          <a:lstStyle/>
          <a:p>
            <a:pPr marL="0" indent="0">
              <a:buNone/>
            </a:pPr>
            <a:r>
              <a:rPr lang="en-US" altLang="en-US" sz="2000" dirty="0" err="1">
                <a:solidFill>
                  <a:schemeClr val="tx2"/>
                </a:solidFill>
              </a:rPr>
              <a:t>Seringkali</a:t>
            </a:r>
            <a:r>
              <a:rPr lang="en-US" altLang="en-US" sz="2000" dirty="0">
                <a:solidFill>
                  <a:schemeClr val="tx2"/>
                </a:solidFill>
              </a:rPr>
              <a:t> </a:t>
            </a:r>
            <a:r>
              <a:rPr lang="en-US" altLang="en-US" sz="2000" dirty="0" err="1">
                <a:solidFill>
                  <a:schemeClr val="tx2"/>
                </a:solidFill>
              </a:rPr>
              <a:t>jawaban</a:t>
            </a:r>
            <a:r>
              <a:rPr lang="en-US" altLang="en-US" sz="2000" dirty="0">
                <a:solidFill>
                  <a:schemeClr val="tx2"/>
                </a:solidFill>
              </a:rPr>
              <a:t> </a:t>
            </a:r>
            <a:r>
              <a:rPr lang="en-US" altLang="en-US" sz="2000" dirty="0" err="1">
                <a:solidFill>
                  <a:schemeClr val="tx2"/>
                </a:solidFill>
              </a:rPr>
              <a:t>memang</a:t>
            </a:r>
            <a:r>
              <a:rPr lang="en-US" altLang="en-US" sz="2000" dirty="0">
                <a:solidFill>
                  <a:schemeClr val="tx2"/>
                </a:solidFill>
              </a:rPr>
              <a:t> </a:t>
            </a:r>
            <a:r>
              <a:rPr lang="en-US" altLang="en-US" sz="2000" dirty="0" err="1">
                <a:solidFill>
                  <a:schemeClr val="tx2"/>
                </a:solidFill>
              </a:rPr>
              <a:t>ada</a:t>
            </a:r>
            <a:r>
              <a:rPr lang="en-US" altLang="en-US" sz="2000" dirty="0">
                <a:solidFill>
                  <a:schemeClr val="tx2"/>
                </a:solidFill>
              </a:rPr>
              <a:t>, </a:t>
            </a:r>
            <a:r>
              <a:rPr lang="en-US" altLang="en-US" sz="2000" dirty="0" err="1">
                <a:solidFill>
                  <a:schemeClr val="tx2"/>
                </a:solidFill>
              </a:rPr>
              <a:t>tapi</a:t>
            </a:r>
            <a:r>
              <a:rPr lang="en-US" altLang="en-US" sz="2000" dirty="0">
                <a:solidFill>
                  <a:schemeClr val="tx2"/>
                </a:solidFill>
              </a:rPr>
              <a:t> </a:t>
            </a:r>
            <a:r>
              <a:rPr lang="en-US" altLang="en-US" sz="2000" dirty="0" err="1">
                <a:solidFill>
                  <a:schemeClr val="tx2"/>
                </a:solidFill>
              </a:rPr>
              <a:t>sulit</a:t>
            </a:r>
            <a:r>
              <a:rPr lang="en-US" altLang="en-US" sz="2000" dirty="0">
                <a:solidFill>
                  <a:schemeClr val="tx2"/>
                </a:solidFill>
              </a:rPr>
              <a:t> </a:t>
            </a:r>
            <a:r>
              <a:rPr lang="en-US" altLang="en-US" sz="2000" dirty="0" err="1">
                <a:solidFill>
                  <a:schemeClr val="tx2"/>
                </a:solidFill>
              </a:rPr>
              <a:t>menemukannya</a:t>
            </a:r>
            <a:endParaRPr lang="id-ID" sz="20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GAMBARAN PERJALANAN</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Tiga langkah, satu per satu</a:t>
            </a:r>
            <a:endParaRPr lang="id-ID" sz="3400" dirty="0"/>
          </a:p>
        </p:txBody>
      </p:sp>
      <p:sp>
        <p:nvSpPr>
          <p:cNvPr id="5" name="Shape 2"/>
          <p:cNvSpPr/>
          <p:nvPr/>
        </p:nvSpPr>
        <p:spPr>
          <a:xfrm>
            <a:off x="640080" y="1874520"/>
            <a:ext cx="3200400" cy="3017520"/>
          </a:xfrm>
          <a:prstGeom prst="roundRect">
            <a:avLst>
              <a:gd name="adj" fmla="val 4545"/>
            </a:avLst>
          </a:prstGeom>
          <a:solidFill>
            <a:schemeClr val="bg1"/>
          </a:solidFill>
          <a:ln w="12700">
            <a:solidFill>
              <a:schemeClr val="accent6"/>
            </a:solidFill>
            <a:prstDash val="solid"/>
          </a:ln>
        </p:spPr>
        <p:txBody>
          <a:bodyPr/>
          <a:lstStyle/>
          <a:p>
            <a:endParaRPr lang="en-US"/>
          </a:p>
        </p:txBody>
      </p:sp>
      <p:sp>
        <p:nvSpPr>
          <p:cNvPr id="6" name="Text 3"/>
          <p:cNvSpPr/>
          <p:nvPr/>
        </p:nvSpPr>
        <p:spPr>
          <a:xfrm>
            <a:off x="960120" y="2194560"/>
            <a:ext cx="566928" cy="566928"/>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id-ID" altLang="en-US" sz="2400" b="1" dirty="0">
                <a:solidFill>
                  <a:schemeClr val="tx1"/>
                </a:solidFill>
              </a:rPr>
              <a:t>1</a:t>
            </a:r>
            <a:endParaRPr lang="id-ID" sz="2400" dirty="0"/>
          </a:p>
        </p:txBody>
      </p:sp>
      <p:sp>
        <p:nvSpPr>
          <p:cNvPr id="7" name="Text 4"/>
          <p:cNvSpPr txBox="1"/>
          <p:nvPr/>
        </p:nvSpPr>
        <p:spPr>
          <a:xfrm>
            <a:off x="960120" y="2926080"/>
            <a:ext cx="2560320" cy="548640"/>
          </a:xfrm>
          <a:prstGeom prst="rect">
            <a:avLst/>
          </a:prstGeom>
          <a:noFill/>
          <a:ln/>
        </p:spPr>
        <p:txBody>
          <a:bodyPr wrap="square" lIns="0" tIns="0" rIns="0" bIns="0" rtlCol="0" anchor="ctr"/>
          <a:lstStyle/>
          <a:p>
            <a:pPr marL="0" indent="0">
              <a:buNone/>
            </a:pPr>
            <a:r>
              <a:rPr lang="id-ID" altLang="en-US" sz="2800" b="1" dirty="0">
                <a:solidFill>
                  <a:schemeClr val="tx1"/>
                </a:solidFill>
                <a:latin typeface="Cambria" pitchFamily="34" charset="0"/>
                <a:ea typeface="Cambria" pitchFamily="34" charset="-122"/>
                <a:cs typeface="Cambria" pitchFamily="34" charset="-120"/>
              </a:rPr>
              <a:t>Kumpulkan</a:t>
            </a:r>
            <a:endParaRPr lang="id-ID" sz="2800" dirty="0"/>
          </a:p>
        </p:txBody>
      </p:sp>
      <p:sp>
        <p:nvSpPr>
          <p:cNvPr id="8" name="Text 5"/>
          <p:cNvSpPr txBox="1"/>
          <p:nvPr/>
        </p:nvSpPr>
        <p:spPr>
          <a:xfrm>
            <a:off x="960120" y="3520440"/>
            <a:ext cx="2560320" cy="1234440"/>
          </a:xfrm>
          <a:prstGeom prst="rect">
            <a:avLst/>
          </a:prstGeom>
          <a:noFill/>
          <a:ln/>
        </p:spPr>
        <p:txBody>
          <a:bodyPr wrap="square" lIns="0" tIns="0" rIns="0" bIns="0" rtlCol="0" anchor="t"/>
          <a:lstStyle/>
          <a:p>
            <a:pPr marL="0" indent="0">
              <a:buNone/>
            </a:pPr>
            <a:r>
              <a:rPr lang="id-ID" altLang="en-US" sz="1600" dirty="0">
                <a:solidFill>
                  <a:schemeClr val="tx1"/>
                </a:solidFill>
              </a:rPr>
              <a:t>Data dari semua bidang tersimpan rapi di satu tempat, dalam </a:t>
            </a:r>
            <a:r>
              <a:rPr lang="en-US" altLang="en-US" sz="1600" dirty="0" err="1">
                <a:solidFill>
                  <a:schemeClr val="tx1"/>
                </a:solidFill>
              </a:rPr>
              <a:t>bentuk</a:t>
            </a:r>
            <a:r>
              <a:rPr lang="id-ID" altLang="en-US" sz="1600" dirty="0">
                <a:solidFill>
                  <a:schemeClr val="tx1"/>
                </a:solidFill>
              </a:rPr>
              <a:t> sederhana yang saling terhubung.</a:t>
            </a:r>
            <a:endParaRPr lang="id-ID" sz="1600" dirty="0"/>
          </a:p>
        </p:txBody>
      </p:sp>
      <p:sp>
        <p:nvSpPr>
          <p:cNvPr id="9" name="Shape 6"/>
          <p:cNvSpPr/>
          <p:nvPr/>
        </p:nvSpPr>
        <p:spPr>
          <a:xfrm>
            <a:off x="3985184" y="3246120"/>
            <a:ext cx="365760" cy="274320"/>
          </a:xfrm>
          <a:prstGeom prst="rightArrow">
            <a:avLst/>
          </a:prstGeom>
          <a:solidFill>
            <a:schemeClr val="accent2"/>
          </a:solidFill>
          <a:ln w="12700">
            <a:solidFill>
              <a:schemeClr val="accent2"/>
            </a:solidFill>
            <a:prstDash val="solid"/>
          </a:ln>
        </p:spPr>
        <p:txBody>
          <a:bodyPr/>
          <a:lstStyle/>
          <a:p>
            <a:endParaRPr lang="en-US"/>
          </a:p>
        </p:txBody>
      </p:sp>
      <p:sp>
        <p:nvSpPr>
          <p:cNvPr id="10" name="Shape 7"/>
          <p:cNvSpPr/>
          <p:nvPr/>
        </p:nvSpPr>
        <p:spPr>
          <a:xfrm>
            <a:off x="4495648" y="1874520"/>
            <a:ext cx="3200400" cy="3017520"/>
          </a:xfrm>
          <a:prstGeom prst="roundRect">
            <a:avLst>
              <a:gd name="adj" fmla="val 4545"/>
            </a:avLst>
          </a:prstGeom>
          <a:solidFill>
            <a:schemeClr val="bg1"/>
          </a:solidFill>
          <a:ln w="12700">
            <a:solidFill>
              <a:schemeClr val="accent6"/>
            </a:solidFill>
            <a:prstDash val="solid"/>
          </a:ln>
        </p:spPr>
        <p:txBody>
          <a:bodyPr/>
          <a:lstStyle/>
          <a:p>
            <a:endParaRPr lang="en-US"/>
          </a:p>
        </p:txBody>
      </p:sp>
      <p:sp>
        <p:nvSpPr>
          <p:cNvPr id="11" name="Text 8"/>
          <p:cNvSpPr/>
          <p:nvPr/>
        </p:nvSpPr>
        <p:spPr>
          <a:xfrm>
            <a:off x="4815688" y="2194560"/>
            <a:ext cx="566928" cy="566928"/>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id-ID" altLang="en-US" sz="2400" b="1" dirty="0">
                <a:solidFill>
                  <a:schemeClr val="tx1"/>
                </a:solidFill>
              </a:rPr>
              <a:t>2</a:t>
            </a:r>
            <a:endParaRPr lang="id-ID" sz="2400" dirty="0"/>
          </a:p>
        </p:txBody>
      </p:sp>
      <p:sp>
        <p:nvSpPr>
          <p:cNvPr id="12" name="Text 9"/>
          <p:cNvSpPr txBox="1"/>
          <p:nvPr/>
        </p:nvSpPr>
        <p:spPr>
          <a:xfrm>
            <a:off x="4815688" y="2926080"/>
            <a:ext cx="2560320" cy="548640"/>
          </a:xfrm>
          <a:prstGeom prst="rect">
            <a:avLst/>
          </a:prstGeom>
          <a:noFill/>
          <a:ln/>
        </p:spPr>
        <p:txBody>
          <a:bodyPr wrap="square" lIns="0" tIns="0" rIns="0" bIns="0" rtlCol="0" anchor="ctr"/>
          <a:lstStyle/>
          <a:p>
            <a:pPr marL="0" indent="0">
              <a:buNone/>
            </a:pPr>
            <a:r>
              <a:rPr lang="id-ID" altLang="en-US" sz="2800" b="1" dirty="0">
                <a:solidFill>
                  <a:schemeClr val="tx1"/>
                </a:solidFill>
                <a:latin typeface="Cambria" pitchFamily="34" charset="0"/>
                <a:ea typeface="Cambria" pitchFamily="34" charset="-122"/>
                <a:cs typeface="Cambria" pitchFamily="34" charset="-120"/>
              </a:rPr>
              <a:t>Bagikan</a:t>
            </a:r>
            <a:endParaRPr lang="id-ID" sz="2800" dirty="0"/>
          </a:p>
        </p:txBody>
      </p:sp>
      <p:sp>
        <p:nvSpPr>
          <p:cNvPr id="13" name="Text 10"/>
          <p:cNvSpPr txBox="1"/>
          <p:nvPr/>
        </p:nvSpPr>
        <p:spPr>
          <a:xfrm>
            <a:off x="4815688" y="3520440"/>
            <a:ext cx="2560320" cy="1234440"/>
          </a:xfrm>
          <a:prstGeom prst="rect">
            <a:avLst/>
          </a:prstGeom>
          <a:noFill/>
          <a:ln/>
        </p:spPr>
        <p:txBody>
          <a:bodyPr wrap="square" lIns="0" tIns="0" rIns="0" bIns="0" rtlCol="0" anchor="t"/>
          <a:lstStyle/>
          <a:p>
            <a:pPr marL="0" indent="0">
              <a:buNone/>
            </a:pPr>
            <a:r>
              <a:rPr lang="id-ID" altLang="en-US" sz="1600" dirty="0">
                <a:solidFill>
                  <a:schemeClr val="tx1"/>
                </a:solidFill>
              </a:rPr>
              <a:t>Umat mendapat informasi yang berguna bagi mereka: jadwal, kegiatan, dan panduan </a:t>
            </a:r>
            <a:r>
              <a:rPr lang="en-US" altLang="en-US" sz="1600" dirty="0">
                <a:solidFill>
                  <a:schemeClr val="tx1"/>
                </a:solidFill>
              </a:rPr>
              <a:t>pe</a:t>
            </a:r>
            <a:r>
              <a:rPr lang="id-ID" altLang="en-US" sz="1600" dirty="0">
                <a:solidFill>
                  <a:schemeClr val="tx1"/>
                </a:solidFill>
              </a:rPr>
              <a:t>layanan.</a:t>
            </a:r>
            <a:endParaRPr lang="id-ID" sz="1600" dirty="0"/>
          </a:p>
        </p:txBody>
      </p:sp>
      <p:sp>
        <p:nvSpPr>
          <p:cNvPr id="14" name="Shape 11"/>
          <p:cNvSpPr/>
          <p:nvPr/>
        </p:nvSpPr>
        <p:spPr>
          <a:xfrm>
            <a:off x="7840751" y="3246120"/>
            <a:ext cx="365760" cy="274320"/>
          </a:xfrm>
          <a:prstGeom prst="rightArrow">
            <a:avLst/>
          </a:prstGeom>
          <a:solidFill>
            <a:schemeClr val="accent2"/>
          </a:solidFill>
          <a:ln w="12700">
            <a:solidFill>
              <a:schemeClr val="accent2"/>
            </a:solidFill>
            <a:prstDash val="solid"/>
          </a:ln>
        </p:spPr>
        <p:txBody>
          <a:bodyPr/>
          <a:lstStyle/>
          <a:p>
            <a:endParaRPr lang="en-US"/>
          </a:p>
        </p:txBody>
      </p:sp>
      <p:sp>
        <p:nvSpPr>
          <p:cNvPr id="15" name="Shape 12"/>
          <p:cNvSpPr/>
          <p:nvPr/>
        </p:nvSpPr>
        <p:spPr>
          <a:xfrm>
            <a:off x="8351215" y="1874520"/>
            <a:ext cx="3200400" cy="3017520"/>
          </a:xfrm>
          <a:prstGeom prst="roundRect">
            <a:avLst>
              <a:gd name="adj" fmla="val 4545"/>
            </a:avLst>
          </a:prstGeom>
          <a:solidFill>
            <a:schemeClr val="bg1"/>
          </a:solidFill>
          <a:ln w="12700">
            <a:solidFill>
              <a:schemeClr val="accent6"/>
            </a:solidFill>
            <a:prstDash val="solid"/>
          </a:ln>
        </p:spPr>
        <p:txBody>
          <a:bodyPr/>
          <a:lstStyle/>
          <a:p>
            <a:endParaRPr lang="en-US"/>
          </a:p>
        </p:txBody>
      </p:sp>
      <p:sp>
        <p:nvSpPr>
          <p:cNvPr id="16" name="Text 13"/>
          <p:cNvSpPr/>
          <p:nvPr/>
        </p:nvSpPr>
        <p:spPr>
          <a:xfrm>
            <a:off x="8671255" y="2194560"/>
            <a:ext cx="566928" cy="566928"/>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id-ID" altLang="en-US" sz="2400" b="1" dirty="0">
                <a:solidFill>
                  <a:schemeClr val="tx1"/>
                </a:solidFill>
              </a:rPr>
              <a:t>3</a:t>
            </a:r>
            <a:endParaRPr lang="id-ID" sz="2400" dirty="0"/>
          </a:p>
        </p:txBody>
      </p:sp>
      <p:sp>
        <p:nvSpPr>
          <p:cNvPr id="17" name="Text 14"/>
          <p:cNvSpPr txBox="1"/>
          <p:nvPr/>
        </p:nvSpPr>
        <p:spPr>
          <a:xfrm>
            <a:off x="8671255" y="2926080"/>
            <a:ext cx="2560320" cy="548640"/>
          </a:xfrm>
          <a:prstGeom prst="rect">
            <a:avLst/>
          </a:prstGeom>
          <a:noFill/>
          <a:ln/>
        </p:spPr>
        <p:txBody>
          <a:bodyPr wrap="square" lIns="0" tIns="0" rIns="0" bIns="0" rtlCol="0" anchor="ctr"/>
          <a:lstStyle/>
          <a:p>
            <a:pPr marL="0" indent="0">
              <a:buNone/>
            </a:pPr>
            <a:r>
              <a:rPr lang="id-ID" altLang="en-US" sz="2800" b="1" dirty="0">
                <a:solidFill>
                  <a:schemeClr val="tx1"/>
                </a:solidFill>
                <a:latin typeface="Cambria" pitchFamily="34" charset="0"/>
                <a:ea typeface="Cambria" pitchFamily="34" charset="-122"/>
                <a:cs typeface="Cambria" pitchFamily="34" charset="-120"/>
              </a:rPr>
              <a:t>Pahami</a:t>
            </a:r>
            <a:endParaRPr lang="id-ID" sz="2800" dirty="0"/>
          </a:p>
        </p:txBody>
      </p:sp>
      <p:sp>
        <p:nvSpPr>
          <p:cNvPr id="18" name="Text 15"/>
          <p:cNvSpPr txBox="1"/>
          <p:nvPr/>
        </p:nvSpPr>
        <p:spPr>
          <a:xfrm>
            <a:off x="8671255" y="3520440"/>
            <a:ext cx="2560320" cy="1234440"/>
          </a:xfrm>
          <a:prstGeom prst="rect">
            <a:avLst/>
          </a:prstGeom>
          <a:noFill/>
          <a:ln/>
        </p:spPr>
        <p:txBody>
          <a:bodyPr wrap="square" lIns="0" tIns="0" rIns="0" bIns="0" rtlCol="0" anchor="t"/>
          <a:lstStyle/>
          <a:p>
            <a:pPr marL="0" indent="0">
              <a:buNone/>
            </a:pPr>
            <a:r>
              <a:rPr lang="id-ID" altLang="en-US" sz="1600" dirty="0">
                <a:solidFill>
                  <a:schemeClr val="tx1"/>
                </a:solidFill>
              </a:rPr>
              <a:t>Data berubah menjadi wawasan yang membantu </a:t>
            </a:r>
            <a:r>
              <a:rPr lang="en-US" altLang="en-US" sz="1600" dirty="0" err="1">
                <a:solidFill>
                  <a:schemeClr val="tx1"/>
                </a:solidFill>
              </a:rPr>
              <a:t>perangkat</a:t>
            </a:r>
            <a:r>
              <a:rPr lang="en-US" altLang="en-US" sz="1600" dirty="0">
                <a:solidFill>
                  <a:schemeClr val="tx1"/>
                </a:solidFill>
              </a:rPr>
              <a:t> </a:t>
            </a:r>
            <a:r>
              <a:rPr lang="en-US" altLang="en-US" sz="1600" dirty="0" err="1">
                <a:solidFill>
                  <a:schemeClr val="tx1"/>
                </a:solidFill>
              </a:rPr>
              <a:t>karya</a:t>
            </a:r>
            <a:r>
              <a:rPr lang="en-US" altLang="en-US" sz="1600" dirty="0">
                <a:solidFill>
                  <a:schemeClr val="tx1"/>
                </a:solidFill>
              </a:rPr>
              <a:t> dan dewan </a:t>
            </a:r>
            <a:r>
              <a:rPr lang="en-US" altLang="en-US" sz="1600" dirty="0" err="1">
                <a:solidFill>
                  <a:schemeClr val="tx1"/>
                </a:solidFill>
              </a:rPr>
              <a:t>mengambil</a:t>
            </a:r>
            <a:r>
              <a:rPr lang="en-US" altLang="en-US" sz="1600" dirty="0">
                <a:solidFill>
                  <a:schemeClr val="tx1"/>
                </a:solidFill>
              </a:rPr>
              <a:t> </a:t>
            </a:r>
            <a:r>
              <a:rPr lang="en-US" altLang="en-US" sz="1600" dirty="0" err="1">
                <a:solidFill>
                  <a:schemeClr val="tx1"/>
                </a:solidFill>
              </a:rPr>
              <a:t>keputusan</a:t>
            </a:r>
            <a:endParaRPr lang="id-ID" sz="1600" dirty="0"/>
          </a:p>
        </p:txBody>
      </p:sp>
      <p:sp>
        <p:nvSpPr>
          <p:cNvPr id="19" name="Text 16"/>
          <p:cNvSpPr txBox="1"/>
          <p:nvPr/>
        </p:nvSpPr>
        <p:spPr>
          <a:xfrm>
            <a:off x="640080" y="5212080"/>
            <a:ext cx="10911535" cy="685800"/>
          </a:xfrm>
          <a:prstGeom prst="rect">
            <a:avLst/>
          </a:prstGeom>
          <a:noFill/>
          <a:ln/>
        </p:spPr>
        <p:txBody>
          <a:bodyPr wrap="square" lIns="0" tIns="0" rIns="0" bIns="0" rtlCol="0" anchor="ctr"/>
          <a:lstStyle/>
          <a:p>
            <a:pPr marL="0" indent="0">
              <a:buNone/>
            </a:pPr>
            <a:r>
              <a:rPr lang="id-ID" altLang="en-US" sz="1800" dirty="0">
                <a:solidFill>
                  <a:schemeClr val="tx2"/>
                </a:solidFill>
              </a:rPr>
              <a:t>Mengumpulkan data hanyalah awal. Manfaat bagi pelayanan muncul ketika data dibagikan dan dipahami.</a:t>
            </a:r>
            <a:endParaRPr lang="id-ID" sz="18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LANGKAH 1 · KUMPULKAN</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Satu rumah untuk data paroki</a:t>
            </a:r>
            <a:endParaRPr lang="id-ID" sz="3400" dirty="0"/>
          </a:p>
        </p:txBody>
      </p:sp>
      <p:sp>
        <p:nvSpPr>
          <p:cNvPr id="5" name="Text 2"/>
          <p:cNvSpPr txBox="1"/>
          <p:nvPr/>
        </p:nvSpPr>
        <p:spPr>
          <a:xfrm>
            <a:off x="640080" y="1874520"/>
            <a:ext cx="3566160" cy="2560320"/>
          </a:xfrm>
          <a:prstGeom prst="rect">
            <a:avLst/>
          </a:prstGeom>
          <a:noFill/>
          <a:ln/>
        </p:spPr>
        <p:txBody>
          <a:bodyPr wrap="square" lIns="0" tIns="0" rIns="0" bIns="0" rtlCol="0" anchor="t"/>
          <a:lstStyle/>
          <a:p>
            <a:pPr marL="0" indent="0">
              <a:buNone/>
            </a:pPr>
            <a:r>
              <a:rPr lang="id-ID" altLang="en-US" sz="1800" dirty="0">
                <a:solidFill>
                  <a:schemeClr val="tx1"/>
                </a:solidFill>
              </a:rPr>
              <a:t>Setiap bidang disimpan sebagai </a:t>
            </a:r>
            <a:r>
              <a:rPr lang="en-US" altLang="en-US" dirty="0" err="1"/>
              <a:t>bentuk</a:t>
            </a:r>
            <a:r>
              <a:rPr lang="id-ID" altLang="en-US" sz="1800" dirty="0">
                <a:solidFill>
                  <a:schemeClr val="tx1"/>
                </a:solidFill>
              </a:rPr>
              <a:t> sederhana yang seragam dan terhubung</a:t>
            </a:r>
            <a:r>
              <a:rPr lang="en-US" altLang="en-US" sz="1800" dirty="0">
                <a:solidFill>
                  <a:schemeClr val="tx1"/>
                </a:solidFill>
              </a:rPr>
              <a:t>.</a:t>
            </a:r>
            <a:endParaRPr lang="id-ID" sz="1800" dirty="0"/>
          </a:p>
          <a:p>
            <a:pPr marL="0" indent="0">
              <a:spcBef>
                <a:spcPts val="1400"/>
              </a:spcBef>
              <a:buNone/>
            </a:pPr>
            <a:r>
              <a:rPr lang="en-US" altLang="en-US" sz="1800" b="1" dirty="0" err="1">
                <a:solidFill>
                  <a:schemeClr val="tx1"/>
                </a:solidFill>
              </a:rPr>
              <a:t>Namun</a:t>
            </a:r>
            <a:r>
              <a:rPr lang="en-US" altLang="en-US" sz="1800" b="1" dirty="0">
                <a:solidFill>
                  <a:schemeClr val="tx1"/>
                </a:solidFill>
              </a:rPr>
              <a:t>, bank </a:t>
            </a:r>
            <a:r>
              <a:rPr lang="en-US" altLang="en-US" sz="1800" b="1" dirty="0" err="1">
                <a:solidFill>
                  <a:schemeClr val="tx1"/>
                </a:solidFill>
              </a:rPr>
              <a:t>informasi</a:t>
            </a:r>
            <a:r>
              <a:rPr lang="en-US" altLang="en-US" sz="1800" b="1" dirty="0">
                <a:solidFill>
                  <a:schemeClr val="tx1"/>
                </a:solidFill>
              </a:rPr>
              <a:t> </a:t>
            </a:r>
            <a:r>
              <a:rPr lang="en-US" altLang="en-US" sz="1800" b="1" dirty="0" err="1">
                <a:solidFill>
                  <a:schemeClr val="tx1"/>
                </a:solidFill>
              </a:rPr>
              <a:t>hanyalah</a:t>
            </a:r>
            <a:r>
              <a:rPr lang="en-US" altLang="en-US" sz="1800" b="1" dirty="0">
                <a:solidFill>
                  <a:schemeClr val="tx1"/>
                </a:solidFill>
              </a:rPr>
              <a:t> </a:t>
            </a:r>
            <a:r>
              <a:rPr lang="en-US" altLang="en-US" sz="1800" b="1" dirty="0" err="1">
                <a:solidFill>
                  <a:schemeClr val="tx1"/>
                </a:solidFill>
              </a:rPr>
              <a:t>tempat</a:t>
            </a:r>
            <a:r>
              <a:rPr lang="en-US" altLang="en-US" sz="1800" b="1" dirty="0">
                <a:solidFill>
                  <a:schemeClr val="tx1"/>
                </a:solidFill>
              </a:rPr>
              <a:t> </a:t>
            </a:r>
            <a:r>
              <a:rPr lang="en-US" altLang="en-US" sz="1800" b="1" dirty="0" err="1">
                <a:solidFill>
                  <a:schemeClr val="tx1"/>
                </a:solidFill>
              </a:rPr>
              <a:t>penyimpanan</a:t>
            </a:r>
            <a:r>
              <a:rPr lang="en-US" altLang="en-US" sz="1800" b="1" dirty="0">
                <a:solidFill>
                  <a:schemeClr val="tx1"/>
                </a:solidFill>
              </a:rPr>
              <a:t> </a:t>
            </a:r>
            <a:r>
              <a:rPr lang="en-US" altLang="en-US" sz="1800" b="1" dirty="0" err="1">
                <a:solidFill>
                  <a:schemeClr val="tx1"/>
                </a:solidFill>
              </a:rPr>
              <a:t>jika</a:t>
            </a:r>
            <a:r>
              <a:rPr lang="en-US" altLang="en-US" sz="1800" b="1" dirty="0">
                <a:solidFill>
                  <a:schemeClr val="tx1"/>
                </a:solidFill>
              </a:rPr>
              <a:t> </a:t>
            </a:r>
            <a:r>
              <a:rPr lang="en-US" altLang="en-US" sz="1800" b="1" dirty="0" err="1">
                <a:solidFill>
                  <a:schemeClr val="tx1"/>
                </a:solidFill>
              </a:rPr>
              <a:t>tidak</a:t>
            </a:r>
            <a:r>
              <a:rPr lang="en-US" altLang="en-US" sz="1800" b="1" dirty="0">
                <a:solidFill>
                  <a:schemeClr val="tx1"/>
                </a:solidFill>
              </a:rPr>
              <a:t> </a:t>
            </a:r>
            <a:r>
              <a:rPr lang="en-US" altLang="en-US" sz="1800" b="1" dirty="0" err="1">
                <a:solidFill>
                  <a:schemeClr val="tx1"/>
                </a:solidFill>
              </a:rPr>
              <a:t>diugnakan</a:t>
            </a:r>
            <a:r>
              <a:rPr lang="en-US" altLang="en-US" sz="1800" b="1" dirty="0">
                <a:solidFill>
                  <a:schemeClr val="tx1"/>
                </a:solidFill>
              </a:rPr>
              <a:t> </a:t>
            </a:r>
            <a:r>
              <a:rPr lang="en-US" altLang="en-US" sz="1800" b="1" dirty="0" err="1">
                <a:solidFill>
                  <a:schemeClr val="tx1"/>
                </a:solidFill>
              </a:rPr>
              <a:t>dengan</a:t>
            </a:r>
            <a:r>
              <a:rPr lang="en-US" altLang="en-US" sz="1800" b="1" dirty="0">
                <a:solidFill>
                  <a:schemeClr val="tx1"/>
                </a:solidFill>
              </a:rPr>
              <a:t> </a:t>
            </a:r>
            <a:r>
              <a:rPr lang="en-US" altLang="en-US" sz="1800" b="1" dirty="0" err="1">
                <a:solidFill>
                  <a:schemeClr val="tx1"/>
                </a:solidFill>
              </a:rPr>
              <a:t>tepat</a:t>
            </a:r>
            <a:r>
              <a:rPr lang="en-US" altLang="en-US" sz="1800" b="1" dirty="0">
                <a:solidFill>
                  <a:schemeClr val="tx1"/>
                </a:solidFill>
              </a:rPr>
              <a:t>.</a:t>
            </a:r>
            <a:endParaRPr lang="id-ID" sz="1800" dirty="0"/>
          </a:p>
        </p:txBody>
      </p:sp>
      <p:sp>
        <p:nvSpPr>
          <p:cNvPr id="6" name="Shape 3"/>
          <p:cNvSpPr/>
          <p:nvPr/>
        </p:nvSpPr>
        <p:spPr>
          <a:xfrm>
            <a:off x="4526280" y="1874520"/>
            <a:ext cx="2194560" cy="868680"/>
          </a:xfrm>
          <a:prstGeom prst="roundRect">
            <a:avLst>
              <a:gd name="adj" fmla="val 12632"/>
            </a:avLst>
          </a:prstGeom>
          <a:solidFill>
            <a:schemeClr val="bg1"/>
          </a:solidFill>
          <a:ln w="12700">
            <a:solidFill>
              <a:schemeClr val="accent6"/>
            </a:solidFill>
            <a:prstDash val="solid"/>
          </a:ln>
        </p:spPr>
        <p:txBody>
          <a:bodyPr/>
          <a:lstStyle/>
          <a:p>
            <a:endParaRPr lang="en-US"/>
          </a:p>
        </p:txBody>
      </p:sp>
      <p:pic>
        <p:nvPicPr>
          <p:cNvPr id="7" name="Image 0" descr="Ikon Jadwal Misa"/>
          <p:cNvPicPr>
            <a:picLocks noChangeAspect="1"/>
          </p:cNvPicPr>
          <p:nvPr/>
        </p:nvPicPr>
        <p:blipFill>
          <a:blip r:embed="rId3"/>
          <a:stretch>
            <a:fillRect/>
          </a:stretch>
        </p:blipFill>
        <p:spPr>
          <a:xfrm>
            <a:off x="4709160" y="2148840"/>
            <a:ext cx="329184" cy="329184"/>
          </a:xfrm>
          <a:prstGeom prst="rect">
            <a:avLst/>
          </a:prstGeom>
        </p:spPr>
      </p:pic>
      <p:sp>
        <p:nvSpPr>
          <p:cNvPr id="8" name="Text 4"/>
          <p:cNvSpPr txBox="1"/>
          <p:nvPr/>
        </p:nvSpPr>
        <p:spPr>
          <a:xfrm>
            <a:off x="5184648" y="1947672"/>
            <a:ext cx="1417320" cy="722376"/>
          </a:xfrm>
          <a:prstGeom prst="rect">
            <a:avLst/>
          </a:prstGeom>
          <a:noFill/>
          <a:ln/>
        </p:spPr>
        <p:txBody>
          <a:bodyPr wrap="square" lIns="0" tIns="0" rIns="0" bIns="0" rtlCol="0" anchor="ctr"/>
          <a:lstStyle/>
          <a:p>
            <a:pPr marL="0" indent="0">
              <a:buNone/>
            </a:pPr>
            <a:r>
              <a:rPr lang="id-ID" altLang="en-US" sz="1400" dirty="0">
                <a:solidFill>
                  <a:schemeClr val="tx1"/>
                </a:solidFill>
              </a:rPr>
              <a:t>Jadwal Misa</a:t>
            </a:r>
            <a:endParaRPr lang="id-ID" sz="1400" dirty="0"/>
          </a:p>
        </p:txBody>
      </p:sp>
      <p:sp>
        <p:nvSpPr>
          <p:cNvPr id="9" name="Shape 5"/>
          <p:cNvSpPr/>
          <p:nvPr/>
        </p:nvSpPr>
        <p:spPr>
          <a:xfrm>
            <a:off x="6885432" y="1874520"/>
            <a:ext cx="2194560" cy="868680"/>
          </a:xfrm>
          <a:prstGeom prst="roundRect">
            <a:avLst>
              <a:gd name="adj" fmla="val 12632"/>
            </a:avLst>
          </a:prstGeom>
          <a:solidFill>
            <a:schemeClr val="bg1"/>
          </a:solidFill>
          <a:ln w="12700">
            <a:solidFill>
              <a:schemeClr val="accent6"/>
            </a:solidFill>
            <a:prstDash val="solid"/>
          </a:ln>
        </p:spPr>
        <p:txBody>
          <a:bodyPr/>
          <a:lstStyle/>
          <a:p>
            <a:endParaRPr lang="en-US"/>
          </a:p>
        </p:txBody>
      </p:sp>
      <p:pic>
        <p:nvPicPr>
          <p:cNvPr id="10" name="Image 1" descr="Ikon Kehadiran Misa"/>
          <p:cNvPicPr>
            <a:picLocks noChangeAspect="1"/>
          </p:cNvPicPr>
          <p:nvPr/>
        </p:nvPicPr>
        <p:blipFill>
          <a:blip r:embed="rId4"/>
          <a:stretch>
            <a:fillRect/>
          </a:stretch>
        </p:blipFill>
        <p:spPr>
          <a:xfrm>
            <a:off x="7068312" y="2148840"/>
            <a:ext cx="329184" cy="329184"/>
          </a:xfrm>
          <a:prstGeom prst="rect">
            <a:avLst/>
          </a:prstGeom>
        </p:spPr>
      </p:pic>
      <p:sp>
        <p:nvSpPr>
          <p:cNvPr id="11" name="Text 6"/>
          <p:cNvSpPr txBox="1"/>
          <p:nvPr/>
        </p:nvSpPr>
        <p:spPr>
          <a:xfrm>
            <a:off x="7543800" y="1947672"/>
            <a:ext cx="1417320" cy="722376"/>
          </a:xfrm>
          <a:prstGeom prst="rect">
            <a:avLst/>
          </a:prstGeom>
          <a:noFill/>
          <a:ln/>
        </p:spPr>
        <p:txBody>
          <a:bodyPr wrap="square" lIns="0" tIns="0" rIns="0" bIns="0" rtlCol="0" anchor="ctr"/>
          <a:lstStyle/>
          <a:p>
            <a:pPr marL="0" indent="0">
              <a:buNone/>
            </a:pPr>
            <a:r>
              <a:rPr lang="id-ID" altLang="en-US" sz="1400" dirty="0">
                <a:solidFill>
                  <a:schemeClr val="tx1"/>
                </a:solidFill>
              </a:rPr>
              <a:t>Kehadiran Misa</a:t>
            </a:r>
            <a:endParaRPr lang="id-ID" sz="1400" dirty="0"/>
          </a:p>
        </p:txBody>
      </p:sp>
      <p:sp>
        <p:nvSpPr>
          <p:cNvPr id="12" name="Shape 7"/>
          <p:cNvSpPr/>
          <p:nvPr/>
        </p:nvSpPr>
        <p:spPr>
          <a:xfrm>
            <a:off x="9244584" y="1874520"/>
            <a:ext cx="2194560" cy="868680"/>
          </a:xfrm>
          <a:prstGeom prst="roundRect">
            <a:avLst>
              <a:gd name="adj" fmla="val 12632"/>
            </a:avLst>
          </a:prstGeom>
          <a:solidFill>
            <a:schemeClr val="bg1"/>
          </a:solidFill>
          <a:ln w="12700">
            <a:solidFill>
              <a:schemeClr val="accent6"/>
            </a:solidFill>
            <a:prstDash val="solid"/>
          </a:ln>
        </p:spPr>
        <p:txBody>
          <a:bodyPr/>
          <a:lstStyle/>
          <a:p>
            <a:endParaRPr lang="en-US"/>
          </a:p>
        </p:txBody>
      </p:sp>
      <p:pic>
        <p:nvPicPr>
          <p:cNvPr id="13" name="Image 2" descr="Ikon Kolekte"/>
          <p:cNvPicPr>
            <a:picLocks noChangeAspect="1"/>
          </p:cNvPicPr>
          <p:nvPr/>
        </p:nvPicPr>
        <p:blipFill>
          <a:blip r:embed="rId5"/>
          <a:stretch>
            <a:fillRect/>
          </a:stretch>
        </p:blipFill>
        <p:spPr>
          <a:xfrm>
            <a:off x="9427464" y="2148840"/>
            <a:ext cx="329184" cy="329184"/>
          </a:xfrm>
          <a:prstGeom prst="rect">
            <a:avLst/>
          </a:prstGeom>
        </p:spPr>
      </p:pic>
      <p:sp>
        <p:nvSpPr>
          <p:cNvPr id="14" name="Text 8"/>
          <p:cNvSpPr txBox="1"/>
          <p:nvPr/>
        </p:nvSpPr>
        <p:spPr>
          <a:xfrm>
            <a:off x="9902952" y="1947672"/>
            <a:ext cx="1417320" cy="722376"/>
          </a:xfrm>
          <a:prstGeom prst="rect">
            <a:avLst/>
          </a:prstGeom>
          <a:noFill/>
          <a:ln/>
        </p:spPr>
        <p:txBody>
          <a:bodyPr wrap="square" lIns="0" tIns="0" rIns="0" bIns="0" rtlCol="0" anchor="ctr"/>
          <a:lstStyle/>
          <a:p>
            <a:pPr marL="0" indent="0">
              <a:buNone/>
            </a:pPr>
            <a:r>
              <a:rPr lang="id-ID" altLang="en-US" sz="1400" dirty="0">
                <a:solidFill>
                  <a:schemeClr val="tx1"/>
                </a:solidFill>
              </a:rPr>
              <a:t>Kolekte</a:t>
            </a:r>
            <a:endParaRPr lang="id-ID" sz="1400" dirty="0"/>
          </a:p>
        </p:txBody>
      </p:sp>
      <p:sp>
        <p:nvSpPr>
          <p:cNvPr id="15" name="Shape 9"/>
          <p:cNvSpPr/>
          <p:nvPr/>
        </p:nvSpPr>
        <p:spPr>
          <a:xfrm>
            <a:off x="4526280" y="2880360"/>
            <a:ext cx="2194560" cy="868680"/>
          </a:xfrm>
          <a:prstGeom prst="roundRect">
            <a:avLst>
              <a:gd name="adj" fmla="val 12632"/>
            </a:avLst>
          </a:prstGeom>
          <a:solidFill>
            <a:schemeClr val="bg1"/>
          </a:solidFill>
          <a:ln w="12700">
            <a:solidFill>
              <a:schemeClr val="accent6"/>
            </a:solidFill>
            <a:prstDash val="solid"/>
          </a:ln>
        </p:spPr>
        <p:txBody>
          <a:bodyPr/>
          <a:lstStyle/>
          <a:p>
            <a:endParaRPr lang="en-US"/>
          </a:p>
        </p:txBody>
      </p:sp>
      <p:pic>
        <p:nvPicPr>
          <p:cNvPr id="16" name="Image 3" descr="Ikon Umat dan keluarga"/>
          <p:cNvPicPr>
            <a:picLocks noChangeAspect="1"/>
          </p:cNvPicPr>
          <p:nvPr/>
        </p:nvPicPr>
        <p:blipFill>
          <a:blip r:embed="rId6"/>
          <a:stretch>
            <a:fillRect/>
          </a:stretch>
        </p:blipFill>
        <p:spPr>
          <a:xfrm>
            <a:off x="4709160" y="3154680"/>
            <a:ext cx="329184" cy="329184"/>
          </a:xfrm>
          <a:prstGeom prst="rect">
            <a:avLst/>
          </a:prstGeom>
        </p:spPr>
      </p:pic>
      <p:sp>
        <p:nvSpPr>
          <p:cNvPr id="17" name="Text 10"/>
          <p:cNvSpPr txBox="1"/>
          <p:nvPr/>
        </p:nvSpPr>
        <p:spPr>
          <a:xfrm>
            <a:off x="5184648" y="2953512"/>
            <a:ext cx="1417320" cy="722376"/>
          </a:xfrm>
          <a:prstGeom prst="rect">
            <a:avLst/>
          </a:prstGeom>
          <a:noFill/>
          <a:ln/>
        </p:spPr>
        <p:txBody>
          <a:bodyPr wrap="square" lIns="0" tIns="0" rIns="0" bIns="0" rtlCol="0" anchor="ctr"/>
          <a:lstStyle/>
          <a:p>
            <a:pPr marL="0" indent="0">
              <a:buNone/>
            </a:pPr>
            <a:r>
              <a:rPr lang="id-ID" altLang="en-US" sz="1400" dirty="0">
                <a:solidFill>
                  <a:schemeClr val="tx1"/>
                </a:solidFill>
              </a:rPr>
              <a:t>Umat dan keluarga</a:t>
            </a:r>
            <a:endParaRPr lang="id-ID" sz="1400" dirty="0"/>
          </a:p>
        </p:txBody>
      </p:sp>
      <p:sp>
        <p:nvSpPr>
          <p:cNvPr id="18" name="Shape 11"/>
          <p:cNvSpPr/>
          <p:nvPr/>
        </p:nvSpPr>
        <p:spPr>
          <a:xfrm>
            <a:off x="6885432" y="2880360"/>
            <a:ext cx="2194560" cy="868680"/>
          </a:xfrm>
          <a:prstGeom prst="roundRect">
            <a:avLst>
              <a:gd name="adj" fmla="val 12632"/>
            </a:avLst>
          </a:prstGeom>
          <a:solidFill>
            <a:schemeClr val="bg1"/>
          </a:solidFill>
          <a:ln w="12700">
            <a:solidFill>
              <a:schemeClr val="accent6"/>
            </a:solidFill>
            <a:prstDash val="solid"/>
          </a:ln>
        </p:spPr>
        <p:txBody>
          <a:bodyPr/>
          <a:lstStyle/>
          <a:p>
            <a:endParaRPr lang="en-US"/>
          </a:p>
        </p:txBody>
      </p:sp>
      <p:pic>
        <p:nvPicPr>
          <p:cNvPr id="19" name="Image 4" descr="Ikon Sumbangan khusus"/>
          <p:cNvPicPr>
            <a:picLocks noChangeAspect="1"/>
          </p:cNvPicPr>
          <p:nvPr/>
        </p:nvPicPr>
        <p:blipFill>
          <a:blip r:embed="rId7"/>
          <a:stretch>
            <a:fillRect/>
          </a:stretch>
        </p:blipFill>
        <p:spPr>
          <a:xfrm>
            <a:off x="7068312" y="3154680"/>
            <a:ext cx="329184" cy="329184"/>
          </a:xfrm>
          <a:prstGeom prst="rect">
            <a:avLst/>
          </a:prstGeom>
        </p:spPr>
      </p:pic>
      <p:sp>
        <p:nvSpPr>
          <p:cNvPr id="20" name="Text 12"/>
          <p:cNvSpPr txBox="1"/>
          <p:nvPr/>
        </p:nvSpPr>
        <p:spPr>
          <a:xfrm>
            <a:off x="7543800" y="2953512"/>
            <a:ext cx="1417320" cy="722376"/>
          </a:xfrm>
          <a:prstGeom prst="rect">
            <a:avLst/>
          </a:prstGeom>
          <a:noFill/>
          <a:ln/>
        </p:spPr>
        <p:txBody>
          <a:bodyPr wrap="square" lIns="0" tIns="0" rIns="0" bIns="0" rtlCol="0" anchor="ctr"/>
          <a:lstStyle/>
          <a:p>
            <a:pPr marL="0" indent="0">
              <a:buNone/>
            </a:pPr>
            <a:r>
              <a:rPr lang="id-ID" altLang="en-US" sz="1400" dirty="0">
                <a:solidFill>
                  <a:schemeClr val="tx1"/>
                </a:solidFill>
              </a:rPr>
              <a:t>Sumbangan khusus</a:t>
            </a:r>
            <a:endParaRPr lang="id-ID" sz="1400" dirty="0"/>
          </a:p>
        </p:txBody>
      </p:sp>
      <p:sp>
        <p:nvSpPr>
          <p:cNvPr id="21" name="Shape 13"/>
          <p:cNvSpPr/>
          <p:nvPr/>
        </p:nvSpPr>
        <p:spPr>
          <a:xfrm>
            <a:off x="9244584" y="2880360"/>
            <a:ext cx="2194560" cy="868680"/>
          </a:xfrm>
          <a:prstGeom prst="roundRect">
            <a:avLst>
              <a:gd name="adj" fmla="val 12632"/>
            </a:avLst>
          </a:prstGeom>
          <a:solidFill>
            <a:schemeClr val="bg1"/>
          </a:solidFill>
          <a:ln w="12700">
            <a:solidFill>
              <a:schemeClr val="accent6"/>
            </a:solidFill>
            <a:prstDash val="solid"/>
          </a:ln>
        </p:spPr>
        <p:txBody>
          <a:bodyPr/>
          <a:lstStyle/>
          <a:p>
            <a:endParaRPr lang="en-US"/>
          </a:p>
        </p:txBody>
      </p:sp>
      <p:pic>
        <p:nvPicPr>
          <p:cNvPr id="22" name="Image 5" descr="Ikon Survei umat"/>
          <p:cNvPicPr>
            <a:picLocks noChangeAspect="1"/>
          </p:cNvPicPr>
          <p:nvPr/>
        </p:nvPicPr>
        <p:blipFill>
          <a:blip r:embed="rId8"/>
          <a:stretch>
            <a:fillRect/>
          </a:stretch>
        </p:blipFill>
        <p:spPr>
          <a:xfrm>
            <a:off x="9427464" y="3154680"/>
            <a:ext cx="329184" cy="329184"/>
          </a:xfrm>
          <a:prstGeom prst="rect">
            <a:avLst/>
          </a:prstGeom>
        </p:spPr>
      </p:pic>
      <p:sp>
        <p:nvSpPr>
          <p:cNvPr id="23" name="Text 14"/>
          <p:cNvSpPr txBox="1"/>
          <p:nvPr/>
        </p:nvSpPr>
        <p:spPr>
          <a:xfrm>
            <a:off x="9902952" y="2953512"/>
            <a:ext cx="1417320" cy="722376"/>
          </a:xfrm>
          <a:prstGeom prst="rect">
            <a:avLst/>
          </a:prstGeom>
          <a:noFill/>
          <a:ln/>
        </p:spPr>
        <p:txBody>
          <a:bodyPr wrap="square" lIns="0" tIns="0" rIns="0" bIns="0" rtlCol="0" anchor="ctr"/>
          <a:lstStyle/>
          <a:p>
            <a:pPr marL="0" indent="0">
              <a:buNone/>
            </a:pPr>
            <a:r>
              <a:rPr lang="id-ID" altLang="en-US" sz="1400" dirty="0">
                <a:solidFill>
                  <a:schemeClr val="tx1"/>
                </a:solidFill>
              </a:rPr>
              <a:t>Survei umat</a:t>
            </a:r>
            <a:endParaRPr lang="id-ID" sz="1400" dirty="0"/>
          </a:p>
        </p:txBody>
      </p:sp>
      <p:sp>
        <p:nvSpPr>
          <p:cNvPr id="24" name="Shape 15"/>
          <p:cNvSpPr/>
          <p:nvPr/>
        </p:nvSpPr>
        <p:spPr>
          <a:xfrm>
            <a:off x="4526280" y="3886200"/>
            <a:ext cx="2194560" cy="868680"/>
          </a:xfrm>
          <a:prstGeom prst="roundRect">
            <a:avLst>
              <a:gd name="adj" fmla="val 12632"/>
            </a:avLst>
          </a:prstGeom>
          <a:solidFill>
            <a:schemeClr val="bg1"/>
          </a:solidFill>
          <a:ln w="12700">
            <a:solidFill>
              <a:schemeClr val="accent6"/>
            </a:solidFill>
            <a:prstDash val="solid"/>
          </a:ln>
        </p:spPr>
        <p:txBody>
          <a:bodyPr/>
          <a:lstStyle/>
          <a:p>
            <a:endParaRPr lang="en-US"/>
          </a:p>
        </p:txBody>
      </p:sp>
      <p:pic>
        <p:nvPicPr>
          <p:cNvPr id="25" name="Image 6" descr="Ikon Rencana dan anggaran"/>
          <p:cNvPicPr>
            <a:picLocks noChangeAspect="1"/>
          </p:cNvPicPr>
          <p:nvPr/>
        </p:nvPicPr>
        <p:blipFill>
          <a:blip r:embed="rId9"/>
          <a:stretch>
            <a:fillRect/>
          </a:stretch>
        </p:blipFill>
        <p:spPr>
          <a:xfrm>
            <a:off x="4709160" y="4160520"/>
            <a:ext cx="329184" cy="329184"/>
          </a:xfrm>
          <a:prstGeom prst="rect">
            <a:avLst/>
          </a:prstGeom>
        </p:spPr>
      </p:pic>
      <p:sp>
        <p:nvSpPr>
          <p:cNvPr id="26" name="Text 16"/>
          <p:cNvSpPr txBox="1"/>
          <p:nvPr/>
        </p:nvSpPr>
        <p:spPr>
          <a:xfrm>
            <a:off x="5184648" y="3959352"/>
            <a:ext cx="1417320" cy="722376"/>
          </a:xfrm>
          <a:prstGeom prst="rect">
            <a:avLst/>
          </a:prstGeom>
          <a:noFill/>
          <a:ln/>
        </p:spPr>
        <p:txBody>
          <a:bodyPr wrap="square" lIns="0" tIns="0" rIns="0" bIns="0" rtlCol="0" anchor="ctr"/>
          <a:lstStyle/>
          <a:p>
            <a:pPr marL="0" indent="0">
              <a:buNone/>
            </a:pPr>
            <a:r>
              <a:rPr lang="id-ID" altLang="en-US" sz="1400" dirty="0">
                <a:solidFill>
                  <a:schemeClr val="tx1"/>
                </a:solidFill>
              </a:rPr>
              <a:t>Rencana dan anggaran</a:t>
            </a:r>
            <a:endParaRPr lang="id-ID" sz="1400" dirty="0"/>
          </a:p>
        </p:txBody>
      </p:sp>
      <p:sp>
        <p:nvSpPr>
          <p:cNvPr id="27" name="Shape 17"/>
          <p:cNvSpPr/>
          <p:nvPr/>
        </p:nvSpPr>
        <p:spPr>
          <a:xfrm>
            <a:off x="6885432" y="3886200"/>
            <a:ext cx="2194560" cy="868680"/>
          </a:xfrm>
          <a:prstGeom prst="roundRect">
            <a:avLst>
              <a:gd name="adj" fmla="val 12632"/>
            </a:avLst>
          </a:prstGeom>
          <a:solidFill>
            <a:schemeClr val="bg1"/>
          </a:solidFill>
          <a:ln w="12700">
            <a:solidFill>
              <a:schemeClr val="accent6"/>
            </a:solidFill>
            <a:prstDash val="solid"/>
          </a:ln>
        </p:spPr>
        <p:txBody>
          <a:bodyPr/>
          <a:lstStyle/>
          <a:p>
            <a:endParaRPr lang="en-US"/>
          </a:p>
        </p:txBody>
      </p:sp>
      <p:pic>
        <p:nvPicPr>
          <p:cNvPr id="28" name="Image 7" descr="Ikon Kegiatan dan laporan"/>
          <p:cNvPicPr>
            <a:picLocks noChangeAspect="1"/>
          </p:cNvPicPr>
          <p:nvPr/>
        </p:nvPicPr>
        <p:blipFill>
          <a:blip r:embed="rId10"/>
          <a:stretch>
            <a:fillRect/>
          </a:stretch>
        </p:blipFill>
        <p:spPr>
          <a:xfrm>
            <a:off x="7068312" y="4160520"/>
            <a:ext cx="329184" cy="329184"/>
          </a:xfrm>
          <a:prstGeom prst="rect">
            <a:avLst/>
          </a:prstGeom>
        </p:spPr>
      </p:pic>
      <p:sp>
        <p:nvSpPr>
          <p:cNvPr id="29" name="Text 18"/>
          <p:cNvSpPr txBox="1"/>
          <p:nvPr/>
        </p:nvSpPr>
        <p:spPr>
          <a:xfrm>
            <a:off x="7543800" y="3959352"/>
            <a:ext cx="1417320" cy="722376"/>
          </a:xfrm>
          <a:prstGeom prst="rect">
            <a:avLst/>
          </a:prstGeom>
          <a:noFill/>
          <a:ln/>
        </p:spPr>
        <p:txBody>
          <a:bodyPr wrap="square" lIns="0" tIns="0" rIns="0" bIns="0" rtlCol="0" anchor="ctr"/>
          <a:lstStyle/>
          <a:p>
            <a:pPr marL="0" indent="0">
              <a:buNone/>
            </a:pPr>
            <a:r>
              <a:rPr lang="id-ID" altLang="en-US" sz="1400" dirty="0">
                <a:solidFill>
                  <a:schemeClr val="tx1"/>
                </a:solidFill>
              </a:rPr>
              <a:t>Kegiatan dan laporan</a:t>
            </a:r>
            <a:endParaRPr lang="id-ID" sz="1400" dirty="0"/>
          </a:p>
        </p:txBody>
      </p:sp>
      <p:sp>
        <p:nvSpPr>
          <p:cNvPr id="30" name="Shape 19"/>
          <p:cNvSpPr/>
          <p:nvPr/>
        </p:nvSpPr>
        <p:spPr>
          <a:xfrm>
            <a:off x="9244584" y="3886200"/>
            <a:ext cx="2194560" cy="868680"/>
          </a:xfrm>
          <a:prstGeom prst="roundRect">
            <a:avLst>
              <a:gd name="adj" fmla="val 12632"/>
            </a:avLst>
          </a:prstGeom>
          <a:solidFill>
            <a:schemeClr val="bg1"/>
          </a:solidFill>
          <a:ln w="12700">
            <a:solidFill>
              <a:schemeClr val="accent6"/>
            </a:solidFill>
            <a:prstDash val="solid"/>
          </a:ln>
        </p:spPr>
        <p:txBody>
          <a:bodyPr/>
          <a:lstStyle/>
          <a:p>
            <a:endParaRPr lang="en-US"/>
          </a:p>
        </p:txBody>
      </p:sp>
      <p:pic>
        <p:nvPicPr>
          <p:cNvPr id="31" name="Image 8" descr="Ikon Wilayah dan lingkungan"/>
          <p:cNvPicPr>
            <a:picLocks noChangeAspect="1"/>
          </p:cNvPicPr>
          <p:nvPr/>
        </p:nvPicPr>
        <p:blipFill>
          <a:blip r:embed="rId11"/>
          <a:stretch>
            <a:fillRect/>
          </a:stretch>
        </p:blipFill>
        <p:spPr>
          <a:xfrm>
            <a:off x="9427464" y="4160520"/>
            <a:ext cx="329184" cy="329184"/>
          </a:xfrm>
          <a:prstGeom prst="rect">
            <a:avLst/>
          </a:prstGeom>
        </p:spPr>
      </p:pic>
      <p:sp>
        <p:nvSpPr>
          <p:cNvPr id="32" name="Text 20"/>
          <p:cNvSpPr txBox="1"/>
          <p:nvPr/>
        </p:nvSpPr>
        <p:spPr>
          <a:xfrm>
            <a:off x="9902952" y="3959352"/>
            <a:ext cx="1417320" cy="722376"/>
          </a:xfrm>
          <a:prstGeom prst="rect">
            <a:avLst/>
          </a:prstGeom>
          <a:noFill/>
          <a:ln/>
        </p:spPr>
        <p:txBody>
          <a:bodyPr wrap="square" lIns="0" tIns="0" rIns="0" bIns="0" rtlCol="0" anchor="ctr"/>
          <a:lstStyle/>
          <a:p>
            <a:pPr marL="0" indent="0">
              <a:buNone/>
            </a:pPr>
            <a:r>
              <a:rPr lang="id-ID" altLang="en-US" sz="1400" dirty="0">
                <a:solidFill>
                  <a:schemeClr val="tx1"/>
                </a:solidFill>
              </a:rPr>
              <a:t>Wilayah dan lingkungan</a:t>
            </a:r>
            <a:endParaRPr lang="id-ID" sz="1400" dirty="0"/>
          </a:p>
        </p:txBody>
      </p:sp>
      <p:sp>
        <p:nvSpPr>
          <p:cNvPr id="45" name="Text 33"/>
          <p:cNvSpPr txBox="1"/>
          <p:nvPr/>
        </p:nvSpPr>
        <p:spPr>
          <a:xfrm>
            <a:off x="5669280" y="6355080"/>
            <a:ext cx="5212080" cy="274320"/>
          </a:xfrm>
          <a:prstGeom prst="rect">
            <a:avLst/>
          </a:prstGeom>
          <a:noFill/>
          <a:ln/>
        </p:spPr>
        <p:txBody>
          <a:bodyPr wrap="square" lIns="0" tIns="0" rIns="0" bIns="0" rtlCol="0" anchor="ctr"/>
          <a:lstStyle/>
          <a:p>
            <a:pPr marL="0" indent="0" algn="r">
              <a:buNone/>
            </a:pPr>
            <a:r>
              <a:rPr lang="id-ID" altLang="en-US" sz="1100" b="1" dirty="0">
                <a:solidFill>
                  <a:schemeClr val="accent3"/>
                </a:solidFill>
              </a:rPr>
              <a:t>1 Kumpulkan</a:t>
            </a:r>
            <a:r>
              <a:rPr lang="id-ID" altLang="en-US" sz="1100" dirty="0">
                <a:solidFill>
                  <a:schemeClr val="tx2"/>
                </a:solidFill>
              </a:rPr>
              <a:t>  ·  2 Bagikan  ·  3 Pahami</a:t>
            </a:r>
            <a:endParaRPr lang="id-ID" sz="1100" dirty="0"/>
          </a:p>
        </p:txBody>
      </p:sp>
      <p:sp>
        <p:nvSpPr>
          <p:cNvPr id="2"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LANGKAH 1 · KUMPULKAN · CONTOH</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Satu kegiatan, satu cerita yang utuh</a:t>
            </a:r>
            <a:endParaRPr lang="id-ID" sz="3400" dirty="0"/>
          </a:p>
        </p:txBody>
      </p:sp>
      <p:sp>
        <p:nvSpPr>
          <p:cNvPr id="5" name="Shape 2"/>
          <p:cNvSpPr/>
          <p:nvPr/>
        </p:nvSpPr>
        <p:spPr>
          <a:xfrm>
            <a:off x="640080" y="1874520"/>
            <a:ext cx="2350694" cy="2880360"/>
          </a:xfrm>
          <a:prstGeom prst="roundRect">
            <a:avLst>
              <a:gd name="adj" fmla="val 5835"/>
            </a:avLst>
          </a:prstGeom>
          <a:solidFill>
            <a:schemeClr val="bg1"/>
          </a:solidFill>
          <a:ln w="12700">
            <a:solidFill>
              <a:schemeClr val="accent6"/>
            </a:solidFill>
            <a:prstDash val="solid"/>
          </a:ln>
        </p:spPr>
        <p:txBody>
          <a:bodyPr/>
          <a:lstStyle/>
          <a:p>
            <a:endParaRPr lang="en-US"/>
          </a:p>
        </p:txBody>
      </p:sp>
      <p:sp>
        <p:nvSpPr>
          <p:cNvPr id="6" name="Text 3"/>
          <p:cNvSpPr txBox="1"/>
          <p:nvPr/>
        </p:nvSpPr>
        <p:spPr>
          <a:xfrm>
            <a:off x="868680" y="2103120"/>
            <a:ext cx="1893494" cy="274320"/>
          </a:xfrm>
          <a:prstGeom prst="rect">
            <a:avLst/>
          </a:prstGeom>
          <a:noFill/>
          <a:ln/>
        </p:spPr>
        <p:txBody>
          <a:bodyPr wrap="square" lIns="0" tIns="0" rIns="0" bIns="0" rtlCol="0" anchor="ctr"/>
          <a:lstStyle/>
          <a:p>
            <a:pPr marL="0" indent="0">
              <a:buNone/>
            </a:pPr>
            <a:r>
              <a:rPr lang="id-ID" altLang="en-US" sz="1200" b="1" kern="0" spc="150" dirty="0">
                <a:solidFill>
                  <a:schemeClr val="accent3"/>
                </a:solidFill>
              </a:rPr>
              <a:t>RENCANA KERJA</a:t>
            </a:r>
            <a:endParaRPr lang="id-ID" sz="1200" dirty="0"/>
          </a:p>
        </p:txBody>
      </p:sp>
      <p:sp>
        <p:nvSpPr>
          <p:cNvPr id="7" name="Text 4"/>
          <p:cNvSpPr txBox="1"/>
          <p:nvPr/>
        </p:nvSpPr>
        <p:spPr>
          <a:xfrm>
            <a:off x="868680" y="2468880"/>
            <a:ext cx="1893494" cy="1005840"/>
          </a:xfrm>
          <a:prstGeom prst="rect">
            <a:avLst/>
          </a:prstGeom>
          <a:noFill/>
          <a:ln/>
        </p:spPr>
        <p:txBody>
          <a:bodyPr wrap="square" lIns="0" tIns="0" rIns="0" bIns="0" rtlCol="0" anchor="t"/>
          <a:lstStyle/>
          <a:p>
            <a:pPr marL="0" indent="0">
              <a:buNone/>
            </a:pPr>
            <a:r>
              <a:rPr lang="id-ID" altLang="en-US" sz="2000" b="1" dirty="0">
                <a:solidFill>
                  <a:schemeClr val="tx1"/>
                </a:solidFill>
                <a:latin typeface="Cambria" pitchFamily="34" charset="0"/>
                <a:ea typeface="Cambria" pitchFamily="34" charset="-122"/>
                <a:cs typeface="Cambria" pitchFamily="34" charset="-120"/>
              </a:rPr>
              <a:t>Pelatihan Lektor dan Pemazmur</a:t>
            </a:r>
            <a:endParaRPr lang="id-ID" sz="2000" dirty="0"/>
          </a:p>
        </p:txBody>
      </p:sp>
      <p:sp>
        <p:nvSpPr>
          <p:cNvPr id="8" name="Text 5"/>
          <p:cNvSpPr txBox="1"/>
          <p:nvPr/>
        </p:nvSpPr>
        <p:spPr>
          <a:xfrm>
            <a:off x="868680" y="3611880"/>
            <a:ext cx="1893494" cy="1005840"/>
          </a:xfrm>
          <a:prstGeom prst="rect">
            <a:avLst/>
          </a:prstGeom>
          <a:noFill/>
          <a:ln/>
        </p:spPr>
        <p:txBody>
          <a:bodyPr wrap="square" lIns="0" tIns="0" rIns="0" bIns="0" rtlCol="0" anchor="t"/>
          <a:lstStyle/>
          <a:p>
            <a:pPr marL="0" indent="0">
              <a:buNone/>
            </a:pPr>
            <a:r>
              <a:rPr lang="id-ID" altLang="en-US" sz="1400" dirty="0">
                <a:solidFill>
                  <a:schemeClr val="tx2"/>
                </a:solidFill>
              </a:rPr>
              <a:t>Direncanakan Seksi Liturgi untuk tahun 2021</a:t>
            </a:r>
            <a:endParaRPr lang="id-ID" sz="1400" dirty="0"/>
          </a:p>
        </p:txBody>
      </p:sp>
      <p:sp>
        <p:nvSpPr>
          <p:cNvPr id="9" name="Shape 6"/>
          <p:cNvSpPr/>
          <p:nvPr/>
        </p:nvSpPr>
        <p:spPr>
          <a:xfrm>
            <a:off x="3077642" y="3154680"/>
            <a:ext cx="329184" cy="256032"/>
          </a:xfrm>
          <a:prstGeom prst="rightArrow">
            <a:avLst/>
          </a:prstGeom>
          <a:solidFill>
            <a:schemeClr val="accent2"/>
          </a:solidFill>
          <a:ln w="12700">
            <a:solidFill>
              <a:schemeClr val="accent2"/>
            </a:solidFill>
            <a:prstDash val="solid"/>
          </a:ln>
        </p:spPr>
        <p:txBody>
          <a:bodyPr/>
          <a:lstStyle/>
          <a:p>
            <a:endParaRPr lang="en-US"/>
          </a:p>
        </p:txBody>
      </p:sp>
      <p:sp>
        <p:nvSpPr>
          <p:cNvPr id="10" name="Shape 7"/>
          <p:cNvSpPr/>
          <p:nvPr/>
        </p:nvSpPr>
        <p:spPr>
          <a:xfrm>
            <a:off x="3493694" y="1874520"/>
            <a:ext cx="2350694" cy="2880360"/>
          </a:xfrm>
          <a:prstGeom prst="roundRect">
            <a:avLst>
              <a:gd name="adj" fmla="val 5835"/>
            </a:avLst>
          </a:prstGeom>
          <a:solidFill>
            <a:schemeClr val="bg1"/>
          </a:solidFill>
          <a:ln w="12700">
            <a:solidFill>
              <a:schemeClr val="accent6"/>
            </a:solidFill>
            <a:prstDash val="solid"/>
          </a:ln>
        </p:spPr>
        <p:txBody>
          <a:bodyPr/>
          <a:lstStyle/>
          <a:p>
            <a:endParaRPr lang="en-US"/>
          </a:p>
        </p:txBody>
      </p:sp>
      <p:sp>
        <p:nvSpPr>
          <p:cNvPr id="11" name="Text 8"/>
          <p:cNvSpPr txBox="1"/>
          <p:nvPr/>
        </p:nvSpPr>
        <p:spPr>
          <a:xfrm>
            <a:off x="3722294" y="2103120"/>
            <a:ext cx="1893494" cy="274320"/>
          </a:xfrm>
          <a:prstGeom prst="rect">
            <a:avLst/>
          </a:prstGeom>
          <a:noFill/>
          <a:ln/>
        </p:spPr>
        <p:txBody>
          <a:bodyPr wrap="square" lIns="0" tIns="0" rIns="0" bIns="0" rtlCol="0" anchor="ctr"/>
          <a:lstStyle/>
          <a:p>
            <a:pPr marL="0" indent="0">
              <a:buNone/>
            </a:pPr>
            <a:r>
              <a:rPr lang="id-ID" altLang="en-US" sz="1200" b="1" kern="0" spc="150" dirty="0">
                <a:solidFill>
                  <a:schemeClr val="accent3"/>
                </a:solidFill>
              </a:rPr>
              <a:t>ANGGARAN</a:t>
            </a:r>
            <a:endParaRPr lang="id-ID" sz="1200" dirty="0"/>
          </a:p>
        </p:txBody>
      </p:sp>
      <p:sp>
        <p:nvSpPr>
          <p:cNvPr id="12" name="Text 9"/>
          <p:cNvSpPr txBox="1"/>
          <p:nvPr/>
        </p:nvSpPr>
        <p:spPr>
          <a:xfrm>
            <a:off x="3722294" y="2468880"/>
            <a:ext cx="1893494" cy="1005840"/>
          </a:xfrm>
          <a:prstGeom prst="rect">
            <a:avLst/>
          </a:prstGeom>
          <a:noFill/>
          <a:ln/>
        </p:spPr>
        <p:txBody>
          <a:bodyPr wrap="square" lIns="0" tIns="0" rIns="0" bIns="0" rtlCol="0" anchor="t"/>
          <a:lstStyle/>
          <a:p>
            <a:pPr marL="0" indent="0">
              <a:buNone/>
            </a:pPr>
            <a:r>
              <a:rPr lang="id-ID" altLang="en-US" sz="2000" b="1" dirty="0">
                <a:solidFill>
                  <a:schemeClr val="tx1"/>
                </a:solidFill>
                <a:latin typeface="Cambria" pitchFamily="34" charset="0"/>
                <a:ea typeface="Cambria" pitchFamily="34" charset="-122"/>
                <a:cs typeface="Cambria" pitchFamily="34" charset="-120"/>
              </a:rPr>
              <a:t>Rp 1.750.000</a:t>
            </a:r>
            <a:endParaRPr lang="id-ID" sz="2000" dirty="0"/>
          </a:p>
        </p:txBody>
      </p:sp>
      <p:sp>
        <p:nvSpPr>
          <p:cNvPr id="13" name="Text 10"/>
          <p:cNvSpPr txBox="1"/>
          <p:nvPr/>
        </p:nvSpPr>
        <p:spPr>
          <a:xfrm>
            <a:off x="3722294" y="3611880"/>
            <a:ext cx="1893494" cy="1005840"/>
          </a:xfrm>
          <a:prstGeom prst="rect">
            <a:avLst/>
          </a:prstGeom>
          <a:noFill/>
          <a:ln/>
        </p:spPr>
        <p:txBody>
          <a:bodyPr wrap="square" lIns="0" tIns="0" rIns="0" bIns="0" rtlCol="0" anchor="t"/>
          <a:lstStyle/>
          <a:p>
            <a:pPr marL="0" indent="0">
              <a:buNone/>
            </a:pPr>
            <a:r>
              <a:rPr lang="id-ID" altLang="en-US" sz="1400" dirty="0">
                <a:solidFill>
                  <a:schemeClr val="tx2"/>
                </a:solidFill>
              </a:rPr>
              <a:t>Disiapkan untuk kegiatan ini</a:t>
            </a:r>
            <a:endParaRPr lang="id-ID" sz="1400" dirty="0"/>
          </a:p>
        </p:txBody>
      </p:sp>
      <p:sp>
        <p:nvSpPr>
          <p:cNvPr id="14" name="Shape 11"/>
          <p:cNvSpPr/>
          <p:nvPr/>
        </p:nvSpPr>
        <p:spPr>
          <a:xfrm>
            <a:off x="5931256" y="3154680"/>
            <a:ext cx="329184" cy="256032"/>
          </a:xfrm>
          <a:prstGeom prst="rightArrow">
            <a:avLst/>
          </a:prstGeom>
          <a:solidFill>
            <a:schemeClr val="accent2"/>
          </a:solidFill>
          <a:ln w="12700">
            <a:solidFill>
              <a:schemeClr val="accent2"/>
            </a:solidFill>
            <a:prstDash val="solid"/>
          </a:ln>
        </p:spPr>
        <p:txBody>
          <a:bodyPr/>
          <a:lstStyle/>
          <a:p>
            <a:endParaRPr lang="en-US"/>
          </a:p>
        </p:txBody>
      </p:sp>
      <p:sp>
        <p:nvSpPr>
          <p:cNvPr id="15" name="Shape 12"/>
          <p:cNvSpPr/>
          <p:nvPr/>
        </p:nvSpPr>
        <p:spPr>
          <a:xfrm>
            <a:off x="6347308" y="1874520"/>
            <a:ext cx="2350694" cy="2880360"/>
          </a:xfrm>
          <a:prstGeom prst="roundRect">
            <a:avLst>
              <a:gd name="adj" fmla="val 5835"/>
            </a:avLst>
          </a:prstGeom>
          <a:solidFill>
            <a:schemeClr val="bg1"/>
          </a:solidFill>
          <a:ln w="12700">
            <a:solidFill>
              <a:schemeClr val="accent6"/>
            </a:solidFill>
            <a:prstDash val="solid"/>
          </a:ln>
        </p:spPr>
        <p:txBody>
          <a:bodyPr/>
          <a:lstStyle/>
          <a:p>
            <a:endParaRPr lang="en-US"/>
          </a:p>
        </p:txBody>
      </p:sp>
      <p:sp>
        <p:nvSpPr>
          <p:cNvPr id="16" name="Text 13"/>
          <p:cNvSpPr txBox="1"/>
          <p:nvPr/>
        </p:nvSpPr>
        <p:spPr>
          <a:xfrm>
            <a:off x="6575908" y="2103120"/>
            <a:ext cx="1893494" cy="274320"/>
          </a:xfrm>
          <a:prstGeom prst="rect">
            <a:avLst/>
          </a:prstGeom>
          <a:noFill/>
          <a:ln/>
        </p:spPr>
        <p:txBody>
          <a:bodyPr wrap="square" lIns="0" tIns="0" rIns="0" bIns="0" rtlCol="0" anchor="ctr"/>
          <a:lstStyle/>
          <a:p>
            <a:pPr marL="0" indent="0">
              <a:buNone/>
            </a:pPr>
            <a:r>
              <a:rPr lang="id-ID" altLang="en-US" sz="1200" b="1" kern="0" spc="150" dirty="0">
                <a:solidFill>
                  <a:schemeClr val="accent3"/>
                </a:solidFill>
              </a:rPr>
              <a:t>KEGIATAN</a:t>
            </a:r>
            <a:endParaRPr lang="id-ID" sz="1200" dirty="0"/>
          </a:p>
        </p:txBody>
      </p:sp>
      <p:sp>
        <p:nvSpPr>
          <p:cNvPr id="17" name="Text 14"/>
          <p:cNvSpPr txBox="1"/>
          <p:nvPr/>
        </p:nvSpPr>
        <p:spPr>
          <a:xfrm>
            <a:off x="6575908" y="2468880"/>
            <a:ext cx="1893494" cy="1005840"/>
          </a:xfrm>
          <a:prstGeom prst="rect">
            <a:avLst/>
          </a:prstGeom>
          <a:noFill/>
          <a:ln/>
        </p:spPr>
        <p:txBody>
          <a:bodyPr wrap="square" lIns="0" tIns="0" rIns="0" bIns="0" rtlCol="0" anchor="t"/>
          <a:lstStyle/>
          <a:p>
            <a:pPr marL="0" indent="0">
              <a:buNone/>
            </a:pPr>
            <a:r>
              <a:rPr lang="id-ID" altLang="en-US" sz="2000" b="1" dirty="0">
                <a:solidFill>
                  <a:schemeClr val="tx1"/>
                </a:solidFill>
                <a:latin typeface="Cambria" pitchFamily="34" charset="0"/>
                <a:ea typeface="Cambria" pitchFamily="34" charset="-122"/>
                <a:cs typeface="Cambria" pitchFamily="34" charset="-120"/>
              </a:rPr>
              <a:t>14 Februari 2021</a:t>
            </a:r>
            <a:endParaRPr lang="id-ID" sz="2000" dirty="0"/>
          </a:p>
        </p:txBody>
      </p:sp>
      <p:sp>
        <p:nvSpPr>
          <p:cNvPr id="18" name="Text 15"/>
          <p:cNvSpPr txBox="1"/>
          <p:nvPr/>
        </p:nvSpPr>
        <p:spPr>
          <a:xfrm>
            <a:off x="6575908" y="3611880"/>
            <a:ext cx="1893494" cy="1005840"/>
          </a:xfrm>
          <a:prstGeom prst="rect">
            <a:avLst/>
          </a:prstGeom>
          <a:noFill/>
          <a:ln/>
        </p:spPr>
        <p:txBody>
          <a:bodyPr wrap="square" lIns="0" tIns="0" rIns="0" bIns="0" rtlCol="0" anchor="t"/>
          <a:lstStyle/>
          <a:p>
            <a:pPr marL="0" indent="0">
              <a:buNone/>
            </a:pPr>
            <a:r>
              <a:rPr lang="id-ID" altLang="en-US" sz="1400" dirty="0">
                <a:solidFill>
                  <a:schemeClr val="tx2"/>
                </a:solidFill>
              </a:rPr>
              <a:t>Di Aula Paroki. Target 30 peserta, yang hadir 29</a:t>
            </a:r>
            <a:endParaRPr lang="id-ID" sz="1400" dirty="0"/>
          </a:p>
        </p:txBody>
      </p:sp>
      <p:sp>
        <p:nvSpPr>
          <p:cNvPr id="19" name="Shape 16"/>
          <p:cNvSpPr/>
          <p:nvPr/>
        </p:nvSpPr>
        <p:spPr>
          <a:xfrm>
            <a:off x="8784869" y="3154680"/>
            <a:ext cx="329184" cy="256032"/>
          </a:xfrm>
          <a:prstGeom prst="rightArrow">
            <a:avLst/>
          </a:prstGeom>
          <a:solidFill>
            <a:schemeClr val="accent2"/>
          </a:solidFill>
          <a:ln w="12700">
            <a:solidFill>
              <a:schemeClr val="accent2"/>
            </a:solidFill>
            <a:prstDash val="solid"/>
          </a:ln>
        </p:spPr>
        <p:txBody>
          <a:bodyPr/>
          <a:lstStyle/>
          <a:p>
            <a:endParaRPr lang="en-US"/>
          </a:p>
        </p:txBody>
      </p:sp>
      <p:sp>
        <p:nvSpPr>
          <p:cNvPr id="20" name="Shape 17"/>
          <p:cNvSpPr/>
          <p:nvPr/>
        </p:nvSpPr>
        <p:spPr>
          <a:xfrm>
            <a:off x="9200921" y="1874520"/>
            <a:ext cx="2350694" cy="2880360"/>
          </a:xfrm>
          <a:prstGeom prst="roundRect">
            <a:avLst>
              <a:gd name="adj" fmla="val 5835"/>
            </a:avLst>
          </a:prstGeom>
          <a:solidFill>
            <a:schemeClr val="bg1"/>
          </a:solidFill>
          <a:ln w="12700">
            <a:solidFill>
              <a:schemeClr val="accent6"/>
            </a:solidFill>
            <a:prstDash val="solid"/>
          </a:ln>
        </p:spPr>
        <p:txBody>
          <a:bodyPr/>
          <a:lstStyle/>
          <a:p>
            <a:endParaRPr lang="en-US"/>
          </a:p>
        </p:txBody>
      </p:sp>
      <p:sp>
        <p:nvSpPr>
          <p:cNvPr id="21" name="Text 18"/>
          <p:cNvSpPr txBox="1"/>
          <p:nvPr/>
        </p:nvSpPr>
        <p:spPr>
          <a:xfrm>
            <a:off x="9429521" y="2103120"/>
            <a:ext cx="1893494" cy="274320"/>
          </a:xfrm>
          <a:prstGeom prst="rect">
            <a:avLst/>
          </a:prstGeom>
          <a:noFill/>
          <a:ln/>
        </p:spPr>
        <p:txBody>
          <a:bodyPr wrap="square" lIns="0" tIns="0" rIns="0" bIns="0" rtlCol="0" anchor="ctr"/>
          <a:lstStyle/>
          <a:p>
            <a:pPr marL="0" indent="0">
              <a:buNone/>
            </a:pPr>
            <a:r>
              <a:rPr lang="id-ID" altLang="en-US" sz="1200" b="1" kern="0" spc="150" dirty="0">
                <a:solidFill>
                  <a:schemeClr val="accent3"/>
                </a:solidFill>
              </a:rPr>
              <a:t>LAPORAN</a:t>
            </a:r>
            <a:endParaRPr lang="id-ID" sz="1200" dirty="0"/>
          </a:p>
        </p:txBody>
      </p:sp>
      <p:sp>
        <p:nvSpPr>
          <p:cNvPr id="22" name="Text 19"/>
          <p:cNvSpPr txBox="1"/>
          <p:nvPr/>
        </p:nvSpPr>
        <p:spPr>
          <a:xfrm>
            <a:off x="9429521" y="2468880"/>
            <a:ext cx="1893494" cy="1005840"/>
          </a:xfrm>
          <a:prstGeom prst="rect">
            <a:avLst/>
          </a:prstGeom>
          <a:noFill/>
          <a:ln/>
        </p:spPr>
        <p:txBody>
          <a:bodyPr wrap="square" lIns="0" tIns="0" rIns="0" bIns="0" rtlCol="0" anchor="t"/>
          <a:lstStyle/>
          <a:p>
            <a:pPr marL="0" indent="0">
              <a:buNone/>
            </a:pPr>
            <a:r>
              <a:rPr lang="id-ID" altLang="en-US" sz="2000" b="1" dirty="0">
                <a:solidFill>
                  <a:schemeClr val="tx1"/>
                </a:solidFill>
                <a:latin typeface="Cambria" pitchFamily="34" charset="0"/>
                <a:ea typeface="Cambria" pitchFamily="34" charset="-122"/>
                <a:cs typeface="Cambria" pitchFamily="34" charset="-120"/>
              </a:rPr>
              <a:t>Final, 26 Februari 2021</a:t>
            </a:r>
            <a:endParaRPr lang="id-ID" sz="2000" dirty="0"/>
          </a:p>
        </p:txBody>
      </p:sp>
      <p:sp>
        <p:nvSpPr>
          <p:cNvPr id="23" name="Text 20"/>
          <p:cNvSpPr txBox="1"/>
          <p:nvPr/>
        </p:nvSpPr>
        <p:spPr>
          <a:xfrm>
            <a:off x="9429521" y="3611880"/>
            <a:ext cx="1893494" cy="1005840"/>
          </a:xfrm>
          <a:prstGeom prst="rect">
            <a:avLst/>
          </a:prstGeom>
          <a:noFill/>
          <a:ln/>
        </p:spPr>
        <p:txBody>
          <a:bodyPr wrap="square" lIns="0" tIns="0" rIns="0" bIns="0" rtlCol="0" anchor="t"/>
          <a:lstStyle/>
          <a:p>
            <a:pPr marL="0" indent="0">
              <a:buNone/>
            </a:pPr>
            <a:r>
              <a:rPr lang="id-ID" altLang="en-US" sz="1400" dirty="0">
                <a:solidFill>
                  <a:schemeClr val="tx2"/>
                </a:solidFill>
              </a:rPr>
              <a:t>Biaya terpakai Rp 1.740.000. Tersedia sebagai PDF</a:t>
            </a:r>
            <a:endParaRPr lang="id-ID" sz="1400" dirty="0"/>
          </a:p>
        </p:txBody>
      </p:sp>
      <p:sp>
        <p:nvSpPr>
          <p:cNvPr id="24" name="Text 21"/>
          <p:cNvSpPr txBox="1"/>
          <p:nvPr/>
        </p:nvSpPr>
        <p:spPr>
          <a:xfrm>
            <a:off x="640080" y="5074920"/>
            <a:ext cx="10911535" cy="731520"/>
          </a:xfrm>
          <a:prstGeom prst="rect">
            <a:avLst/>
          </a:prstGeom>
          <a:noFill/>
          <a:ln/>
        </p:spPr>
        <p:txBody>
          <a:bodyPr wrap="square" lIns="0" tIns="0" rIns="0" bIns="0" rtlCol="0" anchor="ctr"/>
          <a:lstStyle/>
          <a:p>
            <a:pPr marL="0" indent="0">
              <a:buNone/>
            </a:pPr>
            <a:r>
              <a:rPr lang="id-ID" altLang="en-US" sz="1800" dirty="0">
                <a:solidFill>
                  <a:schemeClr val="tx1"/>
                </a:solidFill>
              </a:rPr>
              <a:t>Ketika data terhubung, rencana, anggaran, kegiatan, dan laporan dapat dilihat bersama dan ditelusuri kapan saja.</a:t>
            </a:r>
            <a:endParaRPr lang="id-ID" sz="1800" dirty="0"/>
          </a:p>
        </p:txBody>
      </p:sp>
      <p:sp>
        <p:nvSpPr>
          <p:cNvPr id="25" name="Text 22"/>
          <p:cNvSpPr txBox="1"/>
          <p:nvPr/>
        </p:nvSpPr>
        <p:spPr>
          <a:xfrm>
            <a:off x="5669280" y="6355080"/>
            <a:ext cx="5212080" cy="274320"/>
          </a:xfrm>
          <a:prstGeom prst="rect">
            <a:avLst/>
          </a:prstGeom>
          <a:noFill/>
          <a:ln/>
        </p:spPr>
        <p:txBody>
          <a:bodyPr wrap="square" lIns="0" tIns="0" rIns="0" bIns="0" rtlCol="0" anchor="ctr"/>
          <a:lstStyle/>
          <a:p>
            <a:pPr marL="0" indent="0" algn="r">
              <a:buNone/>
            </a:pPr>
            <a:r>
              <a:rPr lang="id-ID" altLang="en-US" sz="1100" b="1" dirty="0">
                <a:solidFill>
                  <a:schemeClr val="accent3"/>
                </a:solidFill>
              </a:rPr>
              <a:t>1 Kumpulkan</a:t>
            </a:r>
            <a:r>
              <a:rPr lang="id-ID" altLang="en-US" sz="1100" dirty="0">
                <a:solidFill>
                  <a:schemeClr val="tx2"/>
                </a:solidFill>
              </a:rPr>
              <a:t>  ·  2 Bagikan  ·  3 Pahami</a:t>
            </a:r>
            <a:endParaRPr lang="id-ID" sz="1100" dirty="0"/>
          </a:p>
        </p:txBody>
      </p:sp>
      <p:sp>
        <p:nvSpPr>
          <p:cNvPr id="2"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LANGKAH 2 · BAGIKAN</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Bagikan yang tepat kepada yang tepat</a:t>
            </a:r>
            <a:endParaRPr lang="id-ID" sz="3400" dirty="0"/>
          </a:p>
        </p:txBody>
      </p:sp>
      <p:sp>
        <p:nvSpPr>
          <p:cNvPr id="5" name="Shape 2"/>
          <p:cNvSpPr/>
          <p:nvPr/>
        </p:nvSpPr>
        <p:spPr>
          <a:xfrm>
            <a:off x="640080" y="1874520"/>
            <a:ext cx="5272888" cy="3246120"/>
          </a:xfrm>
          <a:prstGeom prst="roundRect">
            <a:avLst>
              <a:gd name="adj" fmla="val 4225"/>
            </a:avLst>
          </a:prstGeom>
          <a:solidFill>
            <a:schemeClr val="bg1"/>
          </a:solidFill>
          <a:ln w="25400">
            <a:solidFill>
              <a:schemeClr val="accent1"/>
            </a:solidFill>
            <a:prstDash val="solid"/>
          </a:ln>
        </p:spPr>
        <p:txBody>
          <a:bodyPr/>
          <a:lstStyle/>
          <a:p>
            <a:endParaRPr lang="en-US"/>
          </a:p>
        </p:txBody>
      </p:sp>
      <p:sp>
        <p:nvSpPr>
          <p:cNvPr id="6" name="Text 3"/>
          <p:cNvSpPr txBox="1"/>
          <p:nvPr/>
        </p:nvSpPr>
        <p:spPr>
          <a:xfrm>
            <a:off x="1005840" y="2103120"/>
            <a:ext cx="4541368" cy="548640"/>
          </a:xfrm>
          <a:prstGeom prst="rect">
            <a:avLst/>
          </a:prstGeom>
          <a:noFill/>
          <a:ln/>
        </p:spPr>
        <p:txBody>
          <a:bodyPr wrap="square" lIns="0" tIns="0" rIns="0" bIns="0" rtlCol="0" anchor="ctr"/>
          <a:lstStyle/>
          <a:p>
            <a:pPr marL="0" indent="0">
              <a:buNone/>
            </a:pPr>
            <a:r>
              <a:rPr lang="id-ID" altLang="en-US" sz="2600" b="1" dirty="0">
                <a:solidFill>
                  <a:schemeClr val="accent1"/>
                </a:solidFill>
                <a:latin typeface="Cambria" pitchFamily="34" charset="0"/>
                <a:ea typeface="Cambria" pitchFamily="34" charset="-122"/>
                <a:cs typeface="Cambria" pitchFamily="34" charset="-120"/>
              </a:rPr>
              <a:t>Untuk umat</a:t>
            </a:r>
            <a:endParaRPr lang="id-ID" sz="2600" dirty="0"/>
          </a:p>
        </p:txBody>
      </p:sp>
      <p:sp>
        <p:nvSpPr>
          <p:cNvPr id="7" name="Text 4"/>
          <p:cNvSpPr txBox="1"/>
          <p:nvPr/>
        </p:nvSpPr>
        <p:spPr>
          <a:xfrm>
            <a:off x="1005840" y="2743200"/>
            <a:ext cx="4541368" cy="2240280"/>
          </a:xfrm>
          <a:prstGeom prst="rect">
            <a:avLst/>
          </a:prstGeom>
          <a:noFill/>
          <a:ln/>
        </p:spPr>
        <p:txBody>
          <a:bodyPr wrap="square" lIns="0" tIns="0" rIns="0" bIns="0" rtlCol="0" anchor="t"/>
          <a:lstStyle/>
          <a:p>
            <a:pPr marL="342900" indent="-342900">
              <a:spcAft>
                <a:spcPts val="800"/>
              </a:spcAft>
              <a:buSzPct val="100000"/>
              <a:buChar char="•"/>
            </a:pPr>
            <a:r>
              <a:rPr lang="id-ID" altLang="en-US" sz="1600" dirty="0">
                <a:solidFill>
                  <a:schemeClr val="tx1"/>
                </a:solidFill>
              </a:rPr>
              <a:t>Jadwal Misa</a:t>
            </a:r>
            <a:endParaRPr lang="id-ID" sz="1600" dirty="0"/>
          </a:p>
          <a:p>
            <a:pPr marL="342900" indent="-342900">
              <a:spcAft>
                <a:spcPts val="800"/>
              </a:spcAft>
              <a:buSzPct val="100000"/>
              <a:buChar char="•"/>
            </a:pPr>
            <a:r>
              <a:rPr lang="id-ID" altLang="en-US" sz="1600" dirty="0">
                <a:solidFill>
                  <a:schemeClr val="tx1"/>
                </a:solidFill>
              </a:rPr>
              <a:t>Kegiatan yang akan datang: nama, tanggal, dan tempat</a:t>
            </a:r>
            <a:endParaRPr lang="id-ID" sz="1600" dirty="0"/>
          </a:p>
          <a:p>
            <a:pPr marL="342900" indent="-342900">
              <a:spcAft>
                <a:spcPts val="800"/>
              </a:spcAft>
              <a:buSzPct val="100000"/>
              <a:buChar char="•"/>
            </a:pPr>
            <a:r>
              <a:rPr lang="id-ID" altLang="en-US" sz="1600" dirty="0">
                <a:solidFill>
                  <a:schemeClr val="tx1"/>
                </a:solidFill>
              </a:rPr>
              <a:t>Panduan layanan dan persyaratan: Baptis, Krisma, Pernikahan, dan lainnya</a:t>
            </a:r>
            <a:endParaRPr lang="id-ID" sz="1600" dirty="0"/>
          </a:p>
          <a:p>
            <a:pPr marL="342900" indent="-342900">
              <a:spcAft>
                <a:spcPts val="800"/>
              </a:spcAft>
              <a:buSzPct val="100000"/>
              <a:buChar char="•"/>
            </a:pPr>
            <a:r>
              <a:rPr lang="id-ID" altLang="en-US" sz="1600" dirty="0">
                <a:solidFill>
                  <a:schemeClr val="tx1"/>
                </a:solidFill>
              </a:rPr>
              <a:t>Pengumuman paroki</a:t>
            </a:r>
            <a:endParaRPr lang="id-ID" sz="1600" dirty="0"/>
          </a:p>
        </p:txBody>
      </p:sp>
      <p:sp>
        <p:nvSpPr>
          <p:cNvPr id="8" name="Shape 5"/>
          <p:cNvSpPr/>
          <p:nvPr/>
        </p:nvSpPr>
        <p:spPr>
          <a:xfrm>
            <a:off x="6278728" y="1874520"/>
            <a:ext cx="5272888" cy="3246120"/>
          </a:xfrm>
          <a:prstGeom prst="roundRect">
            <a:avLst>
              <a:gd name="adj" fmla="val 4225"/>
            </a:avLst>
          </a:prstGeom>
          <a:solidFill>
            <a:schemeClr val="tx1"/>
          </a:solidFill>
          <a:ln w="12700">
            <a:solidFill>
              <a:schemeClr val="tx1"/>
            </a:solidFill>
            <a:prstDash val="solid"/>
          </a:ln>
        </p:spPr>
        <p:txBody>
          <a:bodyPr/>
          <a:lstStyle/>
          <a:p>
            <a:endParaRPr lang="en-US"/>
          </a:p>
        </p:txBody>
      </p:sp>
      <p:sp>
        <p:nvSpPr>
          <p:cNvPr id="9" name="Text 6"/>
          <p:cNvSpPr txBox="1"/>
          <p:nvPr/>
        </p:nvSpPr>
        <p:spPr>
          <a:xfrm>
            <a:off x="6644488" y="2103120"/>
            <a:ext cx="4541368" cy="548640"/>
          </a:xfrm>
          <a:prstGeom prst="rect">
            <a:avLst/>
          </a:prstGeom>
          <a:noFill/>
          <a:ln/>
        </p:spPr>
        <p:txBody>
          <a:bodyPr wrap="square" lIns="0" tIns="0" rIns="0" bIns="0" rtlCol="0" anchor="ctr"/>
          <a:lstStyle/>
          <a:p>
            <a:pPr marL="0" indent="0">
              <a:buNone/>
            </a:pPr>
            <a:r>
              <a:rPr lang="id-ID" altLang="en-US" sz="2600" b="1" dirty="0">
                <a:solidFill>
                  <a:schemeClr val="accent4"/>
                </a:solidFill>
                <a:latin typeface="Cambria" pitchFamily="34" charset="0"/>
                <a:ea typeface="Cambria" pitchFamily="34" charset="-122"/>
                <a:cs typeface="Cambria" pitchFamily="34" charset="-120"/>
              </a:rPr>
              <a:t>Untuk pengurus dan dewan</a:t>
            </a:r>
            <a:endParaRPr lang="id-ID" sz="2600" dirty="0"/>
          </a:p>
        </p:txBody>
      </p:sp>
      <p:sp>
        <p:nvSpPr>
          <p:cNvPr id="10" name="Text 7"/>
          <p:cNvSpPr txBox="1"/>
          <p:nvPr/>
        </p:nvSpPr>
        <p:spPr>
          <a:xfrm>
            <a:off x="6644488" y="2743200"/>
            <a:ext cx="4541368" cy="2240280"/>
          </a:xfrm>
          <a:prstGeom prst="rect">
            <a:avLst/>
          </a:prstGeom>
          <a:noFill/>
          <a:ln/>
        </p:spPr>
        <p:txBody>
          <a:bodyPr wrap="square" lIns="0" tIns="0" rIns="0" bIns="0" rtlCol="0" anchor="t"/>
          <a:lstStyle/>
          <a:p>
            <a:pPr marL="342900" indent="-342900">
              <a:spcAft>
                <a:spcPts val="800"/>
              </a:spcAft>
              <a:buSzPct val="100000"/>
              <a:buChar char="•"/>
            </a:pPr>
            <a:r>
              <a:rPr lang="id-ID" altLang="en-US" sz="1600" dirty="0">
                <a:solidFill>
                  <a:schemeClr val="bg2"/>
                </a:solidFill>
              </a:rPr>
              <a:t>Anggaran dan realisasi</a:t>
            </a:r>
            <a:endParaRPr lang="id-ID" sz="1600" dirty="0"/>
          </a:p>
          <a:p>
            <a:pPr marL="342900" indent="-342900">
              <a:spcAft>
                <a:spcPts val="800"/>
              </a:spcAft>
              <a:buSzPct val="100000"/>
              <a:buChar char="•"/>
            </a:pPr>
            <a:r>
              <a:rPr lang="id-ID" altLang="en-US" sz="1600" dirty="0">
                <a:solidFill>
                  <a:schemeClr val="bg2"/>
                </a:solidFill>
              </a:rPr>
              <a:t>Kolekte dan sumbangan</a:t>
            </a:r>
            <a:endParaRPr lang="id-ID" sz="1600" dirty="0"/>
          </a:p>
          <a:p>
            <a:pPr marL="342900" indent="-342900">
              <a:spcAft>
                <a:spcPts val="800"/>
              </a:spcAft>
              <a:buSzPct val="100000"/>
              <a:buChar char="•"/>
            </a:pPr>
            <a:r>
              <a:rPr lang="id-ID" altLang="en-US" sz="1600" dirty="0">
                <a:solidFill>
                  <a:schemeClr val="bg2"/>
                </a:solidFill>
              </a:rPr>
              <a:t>Laporan kegiatan</a:t>
            </a:r>
            <a:endParaRPr lang="id-ID" sz="1600" dirty="0"/>
          </a:p>
          <a:p>
            <a:pPr marL="342900" indent="-342900">
              <a:spcAft>
                <a:spcPts val="800"/>
              </a:spcAft>
              <a:buSzPct val="100000"/>
              <a:buChar char="•"/>
            </a:pPr>
            <a:r>
              <a:rPr lang="id-ID" altLang="en-US" sz="1600" dirty="0">
                <a:solidFill>
                  <a:schemeClr val="bg2"/>
                </a:solidFill>
              </a:rPr>
              <a:t>Data umat dan keluarga: hanya bagi yang berwenang</a:t>
            </a:r>
            <a:endParaRPr lang="id-ID" sz="1600" dirty="0"/>
          </a:p>
        </p:txBody>
      </p:sp>
      <p:sp>
        <p:nvSpPr>
          <p:cNvPr id="11" name="Text 8"/>
          <p:cNvSpPr txBox="1"/>
          <p:nvPr/>
        </p:nvSpPr>
        <p:spPr>
          <a:xfrm>
            <a:off x="640080" y="5440680"/>
            <a:ext cx="3383280" cy="457200"/>
          </a:xfrm>
          <a:prstGeom prst="rect">
            <a:avLst/>
          </a:prstGeom>
          <a:noFill/>
          <a:ln/>
        </p:spPr>
        <p:txBody>
          <a:bodyPr wrap="square" lIns="0" tIns="0" rIns="0" bIns="0" rtlCol="0" anchor="ctr"/>
          <a:lstStyle/>
          <a:p>
            <a:pPr marL="0" indent="0">
              <a:buNone/>
            </a:pPr>
            <a:r>
              <a:rPr lang="id-ID" altLang="en-US" sz="1600" dirty="0">
                <a:solidFill>
                  <a:schemeClr val="tx2"/>
                </a:solidFill>
              </a:rPr>
              <a:t>Setiap data diberi tingkat kerahasiaan:</a:t>
            </a:r>
            <a:endParaRPr lang="id-ID" sz="1600" dirty="0"/>
          </a:p>
        </p:txBody>
      </p:sp>
      <p:sp>
        <p:nvSpPr>
          <p:cNvPr id="12" name="Text 9"/>
          <p:cNvSpPr/>
          <p:nvPr/>
        </p:nvSpPr>
        <p:spPr>
          <a:xfrm>
            <a:off x="4069080" y="5440680"/>
            <a:ext cx="1188720" cy="457200"/>
          </a:xfrm>
          <a:prstGeom prst="roundRect">
            <a:avLst>
              <a:gd name="adj" fmla="val 50000"/>
            </a:avLst>
          </a:prstGeom>
          <a:solidFill>
            <a:srgbClr val="DCEBE6"/>
          </a:solidFill>
          <a:ln>
            <a:solidFill>
              <a:srgbClr val="DCEBE6"/>
            </a:solidFill>
          </a:ln>
        </p:spPr>
        <p:txBody>
          <a:bodyPr wrap="square" lIns="0" tIns="0" rIns="0" bIns="0" rtlCol="0" anchor="ctr"/>
          <a:lstStyle/>
          <a:p>
            <a:pPr marL="0" indent="0" algn="ctr">
              <a:buNone/>
            </a:pPr>
            <a:r>
              <a:rPr lang="id-ID" altLang="en-US" sz="1400" b="1" dirty="0">
                <a:solidFill>
                  <a:schemeClr val="tx1"/>
                </a:solidFill>
              </a:rPr>
              <a:t>Publik</a:t>
            </a:r>
            <a:endParaRPr lang="id-ID" sz="1400" dirty="0"/>
          </a:p>
        </p:txBody>
      </p:sp>
      <p:sp>
        <p:nvSpPr>
          <p:cNvPr id="13" name="Text 10"/>
          <p:cNvSpPr/>
          <p:nvPr/>
        </p:nvSpPr>
        <p:spPr>
          <a:xfrm>
            <a:off x="5440680" y="5440680"/>
            <a:ext cx="1371600" cy="457200"/>
          </a:xfrm>
          <a:prstGeom prst="roundRect">
            <a:avLst>
              <a:gd name="adj" fmla="val 50000"/>
            </a:avLst>
          </a:prstGeom>
          <a:solidFill>
            <a:srgbClr val="BFD8D0"/>
          </a:solidFill>
          <a:ln>
            <a:solidFill>
              <a:srgbClr val="BFD8D0"/>
            </a:solidFill>
          </a:ln>
        </p:spPr>
        <p:txBody>
          <a:bodyPr wrap="square" lIns="0" tIns="0" rIns="0" bIns="0" rtlCol="0" anchor="ctr"/>
          <a:lstStyle/>
          <a:p>
            <a:pPr marL="0" indent="0" algn="ctr">
              <a:buNone/>
            </a:pPr>
            <a:r>
              <a:rPr lang="id-ID" altLang="en-US" sz="1400" b="1" dirty="0">
                <a:solidFill>
                  <a:schemeClr val="tx1"/>
                </a:solidFill>
              </a:rPr>
              <a:t>Internal</a:t>
            </a:r>
            <a:endParaRPr lang="id-ID" sz="1400" dirty="0"/>
          </a:p>
        </p:txBody>
      </p:sp>
      <p:sp>
        <p:nvSpPr>
          <p:cNvPr id="14" name="Text 11"/>
          <p:cNvSpPr/>
          <p:nvPr/>
        </p:nvSpPr>
        <p:spPr>
          <a:xfrm>
            <a:off x="6995160" y="5440680"/>
            <a:ext cx="1417320" cy="457200"/>
          </a:xfrm>
          <a:prstGeom prst="roundRect">
            <a:avLst>
              <a:gd name="adj" fmla="val 50000"/>
            </a:avLst>
          </a:prstGeom>
          <a:solidFill>
            <a:schemeClr val="accent1"/>
          </a:solidFill>
          <a:ln>
            <a:solidFill>
              <a:schemeClr val="accent1"/>
            </a:solidFill>
          </a:ln>
        </p:spPr>
        <p:txBody>
          <a:bodyPr wrap="square" lIns="0" tIns="0" rIns="0" bIns="0" rtlCol="0" anchor="ctr"/>
          <a:lstStyle/>
          <a:p>
            <a:pPr marL="0" indent="0" algn="ctr">
              <a:buNone/>
            </a:pPr>
            <a:r>
              <a:rPr lang="id-ID" altLang="en-US" sz="1400" b="1" dirty="0">
                <a:solidFill>
                  <a:schemeClr val="bg2"/>
                </a:solidFill>
              </a:rPr>
              <a:t>Terbatas</a:t>
            </a:r>
            <a:endParaRPr lang="id-ID" sz="1400" dirty="0"/>
          </a:p>
        </p:txBody>
      </p:sp>
      <p:sp>
        <p:nvSpPr>
          <p:cNvPr id="15" name="Text 12"/>
          <p:cNvSpPr/>
          <p:nvPr/>
        </p:nvSpPr>
        <p:spPr>
          <a:xfrm>
            <a:off x="8595360" y="5440680"/>
            <a:ext cx="1920240" cy="457200"/>
          </a:xfrm>
          <a:prstGeom prst="roundRect">
            <a:avLst>
              <a:gd name="adj" fmla="val 50000"/>
            </a:avLst>
          </a:prstGeom>
          <a:solidFill>
            <a:schemeClr val="tx1"/>
          </a:solidFill>
          <a:ln>
            <a:solidFill>
              <a:schemeClr val="tx1"/>
            </a:solidFill>
          </a:ln>
        </p:spPr>
        <p:txBody>
          <a:bodyPr wrap="square" lIns="0" tIns="0" rIns="0" bIns="0" rtlCol="0" anchor="ctr"/>
          <a:lstStyle/>
          <a:p>
            <a:pPr marL="0" indent="0" algn="ctr">
              <a:buNone/>
            </a:pPr>
            <a:r>
              <a:rPr lang="id-ID" altLang="en-US" sz="1400" b="1" dirty="0">
                <a:solidFill>
                  <a:schemeClr val="bg2"/>
                </a:solidFill>
              </a:rPr>
              <a:t>Sangat Terbatas</a:t>
            </a:r>
            <a:endParaRPr lang="id-ID" sz="1400" dirty="0"/>
          </a:p>
        </p:txBody>
      </p:sp>
      <p:sp>
        <p:nvSpPr>
          <p:cNvPr id="16" name="Text 13"/>
          <p:cNvSpPr txBox="1"/>
          <p:nvPr/>
        </p:nvSpPr>
        <p:spPr>
          <a:xfrm>
            <a:off x="5669280" y="6355080"/>
            <a:ext cx="5212080" cy="274320"/>
          </a:xfrm>
          <a:prstGeom prst="rect">
            <a:avLst/>
          </a:prstGeom>
          <a:noFill/>
          <a:ln/>
        </p:spPr>
        <p:txBody>
          <a:bodyPr wrap="square" lIns="0" tIns="0" rIns="0" bIns="0" rtlCol="0" anchor="ctr"/>
          <a:lstStyle/>
          <a:p>
            <a:pPr marL="0" indent="0" algn="r">
              <a:buNone/>
            </a:pPr>
            <a:r>
              <a:rPr lang="id-ID" altLang="en-US" sz="1100" dirty="0">
                <a:solidFill>
                  <a:schemeClr val="tx2"/>
                </a:solidFill>
              </a:rPr>
              <a:t>1 Kumpulkan  ·  </a:t>
            </a:r>
            <a:r>
              <a:rPr lang="id-ID" altLang="en-US" sz="1100" b="1" dirty="0">
                <a:solidFill>
                  <a:schemeClr val="accent3"/>
                </a:solidFill>
              </a:rPr>
              <a:t>2 Bagikan</a:t>
            </a:r>
            <a:r>
              <a:rPr lang="id-ID" altLang="en-US" sz="1100" dirty="0">
                <a:solidFill>
                  <a:schemeClr val="tx2"/>
                </a:solidFill>
              </a:rPr>
              <a:t>  ·  3 Pahami</a:t>
            </a:r>
            <a:endParaRPr lang="id-ID" sz="11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LANGKAH 2 · BAGIKAN · CONTOH</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Jadwal dan panduan yang mudah dibaca</a:t>
            </a:r>
            <a:endParaRPr lang="id-ID" sz="3400" dirty="0"/>
          </a:p>
        </p:txBody>
      </p:sp>
      <p:sp>
        <p:nvSpPr>
          <p:cNvPr id="5" name="Shape 2"/>
          <p:cNvSpPr/>
          <p:nvPr/>
        </p:nvSpPr>
        <p:spPr>
          <a:xfrm>
            <a:off x="838048" y="1783080"/>
            <a:ext cx="5029200" cy="3235699"/>
          </a:xfrm>
          <a:prstGeom prst="rect">
            <a:avLst/>
          </a:prstGeom>
          <a:solidFill>
            <a:srgbClr val="FFFFFF"/>
          </a:solidFill>
          <a:ln w="12700">
            <a:solidFill>
              <a:schemeClr val="accent6"/>
            </a:solidFill>
            <a:prstDash val="solid"/>
          </a:ln>
        </p:spPr>
        <p:txBody>
          <a:bodyPr/>
          <a:lstStyle/>
          <a:p>
            <a:endParaRPr lang="en-US"/>
          </a:p>
        </p:txBody>
      </p:sp>
      <p:pic>
        <p:nvPicPr>
          <p:cNvPr id="6" name="Image 0" descr="Contoh halaman jadwal Misa: tanggal, hari, jam, nama Misa, tempat, dan bahasa"/>
          <p:cNvPicPr>
            <a:picLocks noChangeAspect="1"/>
          </p:cNvPicPr>
          <p:nvPr/>
        </p:nvPicPr>
        <p:blipFill>
          <a:blip r:embed="rId3"/>
          <a:stretch>
            <a:fillRect/>
          </a:stretch>
        </p:blipFill>
        <p:spPr>
          <a:xfrm>
            <a:off x="838048" y="1783080"/>
            <a:ext cx="5029200" cy="3235699"/>
          </a:xfrm>
          <a:prstGeom prst="rect">
            <a:avLst/>
          </a:prstGeom>
        </p:spPr>
      </p:pic>
      <p:sp>
        <p:nvSpPr>
          <p:cNvPr id="7" name="Shape 3"/>
          <p:cNvSpPr/>
          <p:nvPr/>
        </p:nvSpPr>
        <p:spPr>
          <a:xfrm>
            <a:off x="6324448" y="1783080"/>
            <a:ext cx="5029200" cy="3235699"/>
          </a:xfrm>
          <a:prstGeom prst="rect">
            <a:avLst/>
          </a:prstGeom>
          <a:solidFill>
            <a:srgbClr val="FFFFFF"/>
          </a:solidFill>
          <a:ln w="12700">
            <a:solidFill>
              <a:schemeClr val="accent6"/>
            </a:solidFill>
            <a:prstDash val="solid"/>
          </a:ln>
        </p:spPr>
        <p:txBody>
          <a:bodyPr/>
          <a:lstStyle/>
          <a:p>
            <a:endParaRPr lang="en-US"/>
          </a:p>
        </p:txBody>
      </p:sp>
      <p:pic>
        <p:nvPicPr>
          <p:cNvPr id="8" name="Image 1" descr="Contoh halaman panduan layanan: persyaratan Baptis Dewasa sebagai daftar periksa"/>
          <p:cNvPicPr>
            <a:picLocks noChangeAspect="1"/>
          </p:cNvPicPr>
          <p:nvPr/>
        </p:nvPicPr>
        <p:blipFill>
          <a:blip r:embed="rId4"/>
          <a:stretch>
            <a:fillRect/>
          </a:stretch>
        </p:blipFill>
        <p:spPr>
          <a:xfrm>
            <a:off x="6324448" y="1783080"/>
            <a:ext cx="5029200" cy="3235699"/>
          </a:xfrm>
          <a:prstGeom prst="rect">
            <a:avLst/>
          </a:prstGeom>
        </p:spPr>
      </p:pic>
      <p:sp>
        <p:nvSpPr>
          <p:cNvPr id="9" name="Text 4"/>
          <p:cNvSpPr txBox="1"/>
          <p:nvPr/>
        </p:nvSpPr>
        <p:spPr>
          <a:xfrm>
            <a:off x="838048" y="5091931"/>
            <a:ext cx="5029200" cy="365760"/>
          </a:xfrm>
          <a:prstGeom prst="rect">
            <a:avLst/>
          </a:prstGeom>
          <a:noFill/>
          <a:ln/>
        </p:spPr>
        <p:txBody>
          <a:bodyPr wrap="square" lIns="0" tIns="0" rIns="0" bIns="0" rtlCol="0" anchor="ctr"/>
          <a:lstStyle/>
          <a:p>
            <a:pPr marL="0" indent="0" algn="ctr">
              <a:buNone/>
            </a:pPr>
            <a:r>
              <a:rPr lang="id-ID" altLang="en-US" sz="1400" dirty="0">
                <a:solidFill>
                  <a:schemeClr val="tx1"/>
                </a:solidFill>
              </a:rPr>
              <a:t>Jadwal Misa: tanggal, jam, tempat, dan bahasa</a:t>
            </a:r>
            <a:endParaRPr lang="id-ID" sz="1400" dirty="0"/>
          </a:p>
        </p:txBody>
      </p:sp>
      <p:sp>
        <p:nvSpPr>
          <p:cNvPr id="10" name="Text 5"/>
          <p:cNvSpPr txBox="1"/>
          <p:nvPr/>
        </p:nvSpPr>
        <p:spPr>
          <a:xfrm>
            <a:off x="6324448" y="5091931"/>
            <a:ext cx="5029200" cy="365760"/>
          </a:xfrm>
          <a:prstGeom prst="rect">
            <a:avLst/>
          </a:prstGeom>
          <a:noFill/>
          <a:ln/>
        </p:spPr>
        <p:txBody>
          <a:bodyPr wrap="square" lIns="0" tIns="0" rIns="0" bIns="0" rtlCol="0" anchor="ctr"/>
          <a:lstStyle/>
          <a:p>
            <a:pPr marL="0" indent="0" algn="ctr">
              <a:buNone/>
            </a:pPr>
            <a:r>
              <a:rPr lang="id-ID" altLang="en-US" sz="1400" dirty="0">
                <a:solidFill>
                  <a:schemeClr val="tx1"/>
                </a:solidFill>
              </a:rPr>
              <a:t>Panduan layanan: persyaratan dan langkah-langkah, juga sebagai PDF</a:t>
            </a:r>
            <a:endParaRPr lang="id-ID" sz="1400" dirty="0"/>
          </a:p>
        </p:txBody>
      </p:sp>
      <p:sp>
        <p:nvSpPr>
          <p:cNvPr id="11" name="Text 6"/>
          <p:cNvSpPr txBox="1"/>
          <p:nvPr/>
        </p:nvSpPr>
        <p:spPr>
          <a:xfrm>
            <a:off x="640080" y="5577840"/>
            <a:ext cx="10911535" cy="594360"/>
          </a:xfrm>
          <a:prstGeom prst="rect">
            <a:avLst/>
          </a:prstGeom>
          <a:noFill/>
          <a:ln/>
        </p:spPr>
        <p:txBody>
          <a:bodyPr wrap="square" lIns="0" tIns="0" rIns="0" bIns="0" rtlCol="0" anchor="ctr"/>
          <a:lstStyle/>
          <a:p>
            <a:pPr marL="0" indent="0">
              <a:buNone/>
            </a:pPr>
            <a:r>
              <a:rPr lang="id-ID" altLang="en-US" sz="1400" dirty="0">
                <a:solidFill>
                  <a:schemeClr val="tx2"/>
                </a:solidFill>
              </a:rPr>
              <a:t>Halaman kegiatan pada contoh ini adalah tampilan pengurus dan memuat anggaran. Untuk umat, yang ditampilkan hanya nama, tanggal, dan tempat kegiatan.</a:t>
            </a:r>
            <a:endParaRPr lang="id-ID" sz="1400" dirty="0"/>
          </a:p>
        </p:txBody>
      </p:sp>
      <p:sp>
        <p:nvSpPr>
          <p:cNvPr id="12" name="Text 7"/>
          <p:cNvSpPr txBox="1"/>
          <p:nvPr/>
        </p:nvSpPr>
        <p:spPr>
          <a:xfrm>
            <a:off x="5669280" y="6355080"/>
            <a:ext cx="5212080" cy="274320"/>
          </a:xfrm>
          <a:prstGeom prst="rect">
            <a:avLst/>
          </a:prstGeom>
          <a:noFill/>
          <a:ln/>
        </p:spPr>
        <p:txBody>
          <a:bodyPr wrap="square" lIns="0" tIns="0" rIns="0" bIns="0" rtlCol="0" anchor="ctr"/>
          <a:lstStyle/>
          <a:p>
            <a:pPr marL="0" indent="0" algn="r">
              <a:buNone/>
            </a:pPr>
            <a:r>
              <a:rPr lang="id-ID" altLang="en-US" sz="1100" dirty="0">
                <a:solidFill>
                  <a:schemeClr val="tx2"/>
                </a:solidFill>
              </a:rPr>
              <a:t>1 Kumpulkan  ·  </a:t>
            </a:r>
            <a:r>
              <a:rPr lang="id-ID" altLang="en-US" sz="1100" b="1" dirty="0">
                <a:solidFill>
                  <a:schemeClr val="accent3"/>
                </a:solidFill>
              </a:rPr>
              <a:t>2 Bagikan</a:t>
            </a:r>
            <a:r>
              <a:rPr lang="id-ID" altLang="en-US" sz="1100" dirty="0">
                <a:solidFill>
                  <a:schemeClr val="tx2"/>
                </a:solidFill>
              </a:rPr>
              <a:t>  ·  3 Pahami</a:t>
            </a:r>
            <a:endParaRPr lang="id-ID" sz="11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LANGKAH 3 · PAHAMI</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Empat hal yang terlihat dari data</a:t>
            </a:r>
            <a:endParaRPr lang="id-ID" sz="3400" dirty="0"/>
          </a:p>
        </p:txBody>
      </p:sp>
      <p:sp>
        <p:nvSpPr>
          <p:cNvPr id="5" name="Shape 2"/>
          <p:cNvSpPr/>
          <p:nvPr/>
        </p:nvSpPr>
        <p:spPr>
          <a:xfrm>
            <a:off x="640080" y="1828800"/>
            <a:ext cx="2556434" cy="3337560"/>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6" name="Text 3"/>
          <p:cNvSpPr txBox="1"/>
          <p:nvPr/>
        </p:nvSpPr>
        <p:spPr>
          <a:xfrm>
            <a:off x="868680" y="1965960"/>
            <a:ext cx="2099234" cy="685800"/>
          </a:xfrm>
          <a:prstGeom prst="rect">
            <a:avLst/>
          </a:prstGeom>
          <a:noFill/>
          <a:ln/>
        </p:spPr>
        <p:txBody>
          <a:bodyPr wrap="square" lIns="0" tIns="0" rIns="0" bIns="0" rtlCol="0" anchor="ctr"/>
          <a:lstStyle/>
          <a:p>
            <a:pPr marL="0" indent="0">
              <a:buNone/>
            </a:pPr>
            <a:r>
              <a:rPr lang="id-ID" altLang="en-US" sz="3400" b="1" dirty="0">
                <a:solidFill>
                  <a:schemeClr val="accent1"/>
                </a:solidFill>
                <a:latin typeface="Cambria" pitchFamily="34" charset="0"/>
                <a:ea typeface="Cambria" pitchFamily="34" charset="-122"/>
                <a:cs typeface="Cambria" pitchFamily="34" charset="-120"/>
              </a:rPr>
              <a:t>3,6×</a:t>
            </a:r>
            <a:endParaRPr lang="id-ID" sz="3400" dirty="0"/>
          </a:p>
        </p:txBody>
      </p:sp>
      <p:sp>
        <p:nvSpPr>
          <p:cNvPr id="7" name="Text 4"/>
          <p:cNvSpPr txBox="1"/>
          <p:nvPr/>
        </p:nvSpPr>
        <p:spPr>
          <a:xfrm>
            <a:off x="868680" y="2697480"/>
            <a:ext cx="2099234" cy="868680"/>
          </a:xfrm>
          <a:prstGeom prst="rect">
            <a:avLst/>
          </a:prstGeom>
          <a:noFill/>
          <a:ln/>
        </p:spPr>
        <p:txBody>
          <a:bodyPr wrap="square" lIns="0" tIns="0" rIns="0" bIns="0" rtlCol="0" anchor="t"/>
          <a:lstStyle/>
          <a:p>
            <a:pPr marL="0" indent="0">
              <a:buNone/>
            </a:pPr>
            <a:r>
              <a:rPr lang="id-ID" altLang="en-US" sz="1500" b="1" dirty="0">
                <a:solidFill>
                  <a:schemeClr val="tx1"/>
                </a:solidFill>
              </a:rPr>
              <a:t>Pengeluaran program naik 3,6 kali lipat</a:t>
            </a:r>
            <a:endParaRPr lang="id-ID" sz="1500" dirty="0"/>
          </a:p>
        </p:txBody>
      </p:sp>
      <p:sp>
        <p:nvSpPr>
          <p:cNvPr id="8" name="Text 5"/>
          <p:cNvSpPr txBox="1"/>
          <p:nvPr/>
        </p:nvSpPr>
        <p:spPr>
          <a:xfrm>
            <a:off x="868680" y="3611880"/>
            <a:ext cx="2099234" cy="1463040"/>
          </a:xfrm>
          <a:prstGeom prst="rect">
            <a:avLst/>
          </a:prstGeom>
          <a:noFill/>
          <a:ln/>
        </p:spPr>
        <p:txBody>
          <a:bodyPr wrap="square" lIns="0" tIns="0" rIns="0" bIns="0" rtlCol="0" anchor="t"/>
          <a:lstStyle/>
          <a:p>
            <a:pPr marL="0" indent="0">
              <a:buNone/>
            </a:pPr>
            <a:r>
              <a:rPr lang="id-ID" altLang="en-US" sz="1300" dirty="0">
                <a:solidFill>
                  <a:schemeClr val="tx2"/>
                </a:solidFill>
              </a:rPr>
              <a:t>Dari Rp 55 jt (2021) menjadi Rp 197 jt (2025), sedangkan kolekte relatif datar: Rp 248 jt menjadi Rp 283 jt.</a:t>
            </a:r>
            <a:endParaRPr lang="id-ID" sz="1300" dirty="0"/>
          </a:p>
        </p:txBody>
      </p:sp>
      <p:sp>
        <p:nvSpPr>
          <p:cNvPr id="9" name="Shape 6"/>
          <p:cNvSpPr/>
          <p:nvPr/>
        </p:nvSpPr>
        <p:spPr>
          <a:xfrm>
            <a:off x="3425114" y="1828800"/>
            <a:ext cx="2556434" cy="3337560"/>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10" name="Text 7"/>
          <p:cNvSpPr txBox="1"/>
          <p:nvPr/>
        </p:nvSpPr>
        <p:spPr>
          <a:xfrm>
            <a:off x="3653714" y="1965960"/>
            <a:ext cx="2099234" cy="685800"/>
          </a:xfrm>
          <a:prstGeom prst="rect">
            <a:avLst/>
          </a:prstGeom>
          <a:noFill/>
          <a:ln/>
        </p:spPr>
        <p:txBody>
          <a:bodyPr wrap="square" lIns="0" tIns="0" rIns="0" bIns="0" rtlCol="0" anchor="ctr"/>
          <a:lstStyle/>
          <a:p>
            <a:pPr marL="0" indent="0">
              <a:buNone/>
            </a:pPr>
            <a:r>
              <a:rPr lang="id-ID" altLang="en-US" sz="3400" b="1" dirty="0">
                <a:solidFill>
                  <a:schemeClr val="accent1"/>
                </a:solidFill>
                <a:latin typeface="Cambria" pitchFamily="34" charset="0"/>
                <a:ea typeface="Cambria" pitchFamily="34" charset="-122"/>
                <a:cs typeface="Cambria" pitchFamily="34" charset="-120"/>
              </a:rPr>
              <a:t>66%</a:t>
            </a:r>
            <a:endParaRPr lang="id-ID" sz="3400" dirty="0"/>
          </a:p>
        </p:txBody>
      </p:sp>
      <p:sp>
        <p:nvSpPr>
          <p:cNvPr id="11" name="Text 8"/>
          <p:cNvSpPr txBox="1"/>
          <p:nvPr/>
        </p:nvSpPr>
        <p:spPr>
          <a:xfrm>
            <a:off x="3653714" y="2697480"/>
            <a:ext cx="2099234" cy="868680"/>
          </a:xfrm>
          <a:prstGeom prst="rect">
            <a:avLst/>
          </a:prstGeom>
          <a:noFill/>
          <a:ln/>
        </p:spPr>
        <p:txBody>
          <a:bodyPr wrap="square" lIns="0" tIns="0" rIns="0" bIns="0" rtlCol="0" anchor="t"/>
          <a:lstStyle/>
          <a:p>
            <a:pPr marL="0" indent="0">
              <a:buNone/>
            </a:pPr>
            <a:r>
              <a:rPr lang="id-ID" altLang="en-US" sz="1500" b="1" dirty="0">
                <a:solidFill>
                  <a:schemeClr val="tx1"/>
                </a:solidFill>
              </a:rPr>
              <a:t>Sumbangan Adven yang menutup biaya Natal, 2025</a:t>
            </a:r>
            <a:endParaRPr lang="id-ID" sz="1500" dirty="0"/>
          </a:p>
        </p:txBody>
      </p:sp>
      <p:sp>
        <p:nvSpPr>
          <p:cNvPr id="12" name="Text 9"/>
          <p:cNvSpPr txBox="1"/>
          <p:nvPr/>
        </p:nvSpPr>
        <p:spPr>
          <a:xfrm>
            <a:off x="3653714" y="3611880"/>
            <a:ext cx="2099234" cy="1463040"/>
          </a:xfrm>
          <a:prstGeom prst="rect">
            <a:avLst/>
          </a:prstGeom>
          <a:noFill/>
          <a:ln/>
        </p:spPr>
        <p:txBody>
          <a:bodyPr wrap="square" lIns="0" tIns="0" rIns="0" bIns="0" rtlCol="0" anchor="t"/>
          <a:lstStyle/>
          <a:p>
            <a:pPr marL="0" indent="0">
              <a:buNone/>
            </a:pPr>
            <a:r>
              <a:rPr lang="id-ID" altLang="en-US" sz="1300" dirty="0">
                <a:solidFill>
                  <a:schemeClr val="tx2"/>
                </a:solidFill>
              </a:rPr>
              <a:t>Turun dari 117% pada 2021. Sumbangan Prapaskah masih menutup biaya Paskah (108% pada 2026).</a:t>
            </a:r>
            <a:endParaRPr lang="id-ID" sz="1300" dirty="0"/>
          </a:p>
        </p:txBody>
      </p:sp>
      <p:sp>
        <p:nvSpPr>
          <p:cNvPr id="13" name="Shape 10"/>
          <p:cNvSpPr/>
          <p:nvPr/>
        </p:nvSpPr>
        <p:spPr>
          <a:xfrm>
            <a:off x="6210148" y="1828800"/>
            <a:ext cx="2556434" cy="3337560"/>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14" name="Text 11"/>
          <p:cNvSpPr txBox="1"/>
          <p:nvPr/>
        </p:nvSpPr>
        <p:spPr>
          <a:xfrm>
            <a:off x="6438748" y="1965960"/>
            <a:ext cx="2099234" cy="685800"/>
          </a:xfrm>
          <a:prstGeom prst="rect">
            <a:avLst/>
          </a:prstGeom>
          <a:noFill/>
          <a:ln/>
        </p:spPr>
        <p:txBody>
          <a:bodyPr wrap="square" lIns="0" tIns="0" rIns="0" bIns="0" rtlCol="0" anchor="ctr"/>
          <a:lstStyle/>
          <a:p>
            <a:pPr marL="0" indent="0">
              <a:buNone/>
            </a:pPr>
            <a:r>
              <a:rPr lang="id-ID" altLang="en-US" sz="3400" b="1" dirty="0">
                <a:solidFill>
                  <a:schemeClr val="accent1"/>
                </a:solidFill>
                <a:latin typeface="Cambria" pitchFamily="34" charset="0"/>
                <a:ea typeface="Cambria" pitchFamily="34" charset="-122"/>
                <a:cs typeface="Cambria" pitchFamily="34" charset="-120"/>
              </a:rPr>
              <a:t>Rp 62 jt</a:t>
            </a:r>
            <a:endParaRPr lang="id-ID" sz="3400" dirty="0"/>
          </a:p>
        </p:txBody>
      </p:sp>
      <p:sp>
        <p:nvSpPr>
          <p:cNvPr id="15" name="Text 12"/>
          <p:cNvSpPr txBox="1"/>
          <p:nvPr/>
        </p:nvSpPr>
        <p:spPr>
          <a:xfrm>
            <a:off x="6438748" y="2697480"/>
            <a:ext cx="2099234" cy="868680"/>
          </a:xfrm>
          <a:prstGeom prst="rect">
            <a:avLst/>
          </a:prstGeom>
          <a:noFill/>
          <a:ln/>
        </p:spPr>
        <p:txBody>
          <a:bodyPr wrap="square" lIns="0" tIns="0" rIns="0" bIns="0" rtlCol="0" anchor="t"/>
          <a:lstStyle/>
          <a:p>
            <a:pPr marL="0" indent="0">
              <a:buNone/>
            </a:pPr>
            <a:r>
              <a:rPr lang="id-ID" altLang="en-US" sz="1500" b="1" dirty="0">
                <a:solidFill>
                  <a:schemeClr val="tx1"/>
                </a:solidFill>
              </a:rPr>
              <a:t>Kolekte yang tidak diterima akibat 10 peristiwa luar biasa</a:t>
            </a:r>
            <a:endParaRPr lang="id-ID" sz="1500" dirty="0"/>
          </a:p>
        </p:txBody>
      </p:sp>
      <p:sp>
        <p:nvSpPr>
          <p:cNvPr id="16" name="Text 13"/>
          <p:cNvSpPr txBox="1"/>
          <p:nvPr/>
        </p:nvSpPr>
        <p:spPr>
          <a:xfrm>
            <a:off x="6438748" y="3611880"/>
            <a:ext cx="2099234" cy="1463040"/>
          </a:xfrm>
          <a:prstGeom prst="rect">
            <a:avLst/>
          </a:prstGeom>
          <a:noFill/>
          <a:ln/>
        </p:spPr>
        <p:txBody>
          <a:bodyPr wrap="square" lIns="0" tIns="0" rIns="0" bIns="0" rtlCol="0" anchor="t"/>
          <a:lstStyle/>
          <a:p>
            <a:pPr marL="0" indent="0">
              <a:buNone/>
            </a:pPr>
            <a:r>
              <a:rPr lang="id-ID" altLang="en-US" sz="1300" dirty="0">
                <a:solidFill>
                  <a:schemeClr val="tx2"/>
                </a:solidFill>
              </a:rPr>
              <a:t>Hujan deras, kabut asap, abu vulkanik, listrik padam. Perkiraan meleset 31% saat ada peristiwa, 7% pada pekan biasa.</a:t>
            </a:r>
            <a:endParaRPr lang="id-ID" sz="1300" dirty="0"/>
          </a:p>
        </p:txBody>
      </p:sp>
      <p:sp>
        <p:nvSpPr>
          <p:cNvPr id="17" name="Shape 14"/>
          <p:cNvSpPr/>
          <p:nvPr/>
        </p:nvSpPr>
        <p:spPr>
          <a:xfrm>
            <a:off x="8995181" y="1828800"/>
            <a:ext cx="2556434" cy="3337560"/>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18" name="Text 15"/>
          <p:cNvSpPr txBox="1"/>
          <p:nvPr/>
        </p:nvSpPr>
        <p:spPr>
          <a:xfrm>
            <a:off x="9223781" y="1965960"/>
            <a:ext cx="2099234" cy="685800"/>
          </a:xfrm>
          <a:prstGeom prst="rect">
            <a:avLst/>
          </a:prstGeom>
          <a:noFill/>
          <a:ln/>
        </p:spPr>
        <p:txBody>
          <a:bodyPr wrap="square" lIns="0" tIns="0" rIns="0" bIns="0" rtlCol="0" anchor="ctr"/>
          <a:lstStyle/>
          <a:p>
            <a:pPr marL="0" indent="0">
              <a:buNone/>
            </a:pPr>
            <a:r>
              <a:rPr lang="id-ID" altLang="en-US" sz="3400" b="1" dirty="0">
                <a:solidFill>
                  <a:schemeClr val="accent1"/>
                </a:solidFill>
                <a:latin typeface="Cambria" pitchFamily="34" charset="0"/>
                <a:ea typeface="Cambria" pitchFamily="34" charset="-122"/>
                <a:cs typeface="Cambria" pitchFamily="34" charset="-120"/>
              </a:rPr>
              <a:t>37</a:t>
            </a:r>
            <a:endParaRPr lang="id-ID" sz="3400" dirty="0"/>
          </a:p>
        </p:txBody>
      </p:sp>
      <p:sp>
        <p:nvSpPr>
          <p:cNvPr id="19" name="Text 16"/>
          <p:cNvSpPr txBox="1"/>
          <p:nvPr/>
        </p:nvSpPr>
        <p:spPr>
          <a:xfrm>
            <a:off x="9223781" y="2697480"/>
            <a:ext cx="2099234" cy="868680"/>
          </a:xfrm>
          <a:prstGeom prst="rect">
            <a:avLst/>
          </a:prstGeom>
          <a:noFill/>
          <a:ln/>
        </p:spPr>
        <p:txBody>
          <a:bodyPr wrap="square" lIns="0" tIns="0" rIns="0" bIns="0" rtlCol="0" anchor="t"/>
          <a:lstStyle/>
          <a:p>
            <a:pPr marL="0" indent="0">
              <a:buNone/>
            </a:pPr>
            <a:r>
              <a:rPr lang="id-ID" altLang="en-US" sz="1500" b="1" dirty="0">
                <a:solidFill>
                  <a:schemeClr val="tx1"/>
                </a:solidFill>
              </a:rPr>
              <a:t>Umat berusia 20 sampai 29 tahun, dari 623 umat aktif</a:t>
            </a:r>
            <a:endParaRPr lang="id-ID" sz="1500" dirty="0"/>
          </a:p>
        </p:txBody>
      </p:sp>
      <p:sp>
        <p:nvSpPr>
          <p:cNvPr id="20" name="Text 17"/>
          <p:cNvSpPr txBox="1"/>
          <p:nvPr/>
        </p:nvSpPr>
        <p:spPr>
          <a:xfrm>
            <a:off x="9223781" y="3611880"/>
            <a:ext cx="2099234" cy="1463040"/>
          </a:xfrm>
          <a:prstGeom prst="rect">
            <a:avLst/>
          </a:prstGeom>
          <a:noFill/>
          <a:ln/>
        </p:spPr>
        <p:txBody>
          <a:bodyPr wrap="square" lIns="0" tIns="0" rIns="0" bIns="0" rtlCol="0" anchor="t"/>
          <a:lstStyle/>
          <a:p>
            <a:pPr marL="0" indent="0">
              <a:buNone/>
            </a:pPr>
            <a:r>
              <a:rPr lang="id-ID" altLang="en-US" sz="1300" dirty="0">
                <a:solidFill>
                  <a:schemeClr val="tx2"/>
                </a:solidFill>
              </a:rPr>
              <a:t>Bandingkan: 133 umat berusia 50 sampai 59 tahun dan 104 umat berusia 10 sampai 19 tahun.</a:t>
            </a:r>
            <a:endParaRPr lang="id-ID" sz="1300" dirty="0"/>
          </a:p>
        </p:txBody>
      </p:sp>
      <p:sp>
        <p:nvSpPr>
          <p:cNvPr id="21" name="Shape 18"/>
          <p:cNvSpPr/>
          <p:nvPr/>
        </p:nvSpPr>
        <p:spPr>
          <a:xfrm>
            <a:off x="640080" y="5349240"/>
            <a:ext cx="10911535" cy="777240"/>
          </a:xfrm>
          <a:prstGeom prst="roundRect">
            <a:avLst>
              <a:gd name="adj" fmla="val 14118"/>
            </a:avLst>
          </a:prstGeom>
          <a:solidFill>
            <a:schemeClr val="tx1"/>
          </a:solidFill>
          <a:ln w="12700">
            <a:solidFill>
              <a:schemeClr val="tx1"/>
            </a:solidFill>
            <a:prstDash val="solid"/>
          </a:ln>
        </p:spPr>
        <p:txBody>
          <a:bodyPr/>
          <a:lstStyle/>
          <a:p>
            <a:endParaRPr lang="en-US"/>
          </a:p>
        </p:txBody>
      </p:sp>
      <p:sp>
        <p:nvSpPr>
          <p:cNvPr id="22" name="Text 19"/>
          <p:cNvSpPr txBox="1"/>
          <p:nvPr/>
        </p:nvSpPr>
        <p:spPr>
          <a:xfrm>
            <a:off x="960120" y="5349240"/>
            <a:ext cx="10271455" cy="777240"/>
          </a:xfrm>
          <a:prstGeom prst="rect">
            <a:avLst/>
          </a:prstGeom>
          <a:noFill/>
          <a:ln/>
        </p:spPr>
        <p:txBody>
          <a:bodyPr wrap="square" lIns="0" tIns="0" rIns="0" bIns="0" rtlCol="0" anchor="ctr"/>
          <a:lstStyle/>
          <a:p>
            <a:pPr marL="0" indent="0">
              <a:buNone/>
            </a:pPr>
            <a:r>
              <a:rPr lang="id-ID" altLang="en-US" sz="1600" dirty="0">
                <a:solidFill>
                  <a:schemeClr val="bg2"/>
                </a:solidFill>
              </a:rPr>
              <a:t>Bila pola lima tahun terakhir berlanjut, pengeluaran program menyamai kolekte sekitar tahun 2029. Ini gambaran tren, bukan ramalan pasti.</a:t>
            </a:r>
            <a:endParaRPr lang="id-ID" sz="1600" dirty="0"/>
          </a:p>
        </p:txBody>
      </p:sp>
      <p:sp>
        <p:nvSpPr>
          <p:cNvPr id="23" name="Text 20"/>
          <p:cNvSpPr txBox="1"/>
          <p:nvPr/>
        </p:nvSpPr>
        <p:spPr>
          <a:xfrm>
            <a:off x="5669280" y="6355080"/>
            <a:ext cx="5212080" cy="274320"/>
          </a:xfrm>
          <a:prstGeom prst="rect">
            <a:avLst/>
          </a:prstGeom>
          <a:noFill/>
          <a:ln/>
        </p:spPr>
        <p:txBody>
          <a:bodyPr wrap="square" lIns="0" tIns="0" rIns="0" bIns="0" rtlCol="0" anchor="ctr"/>
          <a:lstStyle/>
          <a:p>
            <a:pPr marL="0" indent="0" algn="r">
              <a:buNone/>
            </a:pPr>
            <a:r>
              <a:rPr lang="id-ID" altLang="en-US" sz="1100" dirty="0">
                <a:solidFill>
                  <a:schemeClr val="tx2"/>
                </a:solidFill>
              </a:rPr>
              <a:t>1 Kumpulkan  ·  2 Bagikan  ·  </a:t>
            </a:r>
            <a:r>
              <a:rPr lang="id-ID" altLang="en-US" sz="1100" b="1" dirty="0">
                <a:solidFill>
                  <a:schemeClr val="accent3"/>
                </a:solidFill>
              </a:rPr>
              <a:t>3 Pahami</a:t>
            </a:r>
            <a:endParaRPr lang="id-ID" sz="11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LANGKAH 3 · PAHAMI · CONTOH</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Ringkasannya dalam satu layar</a:t>
            </a:r>
            <a:endParaRPr lang="id-ID" sz="3400" dirty="0"/>
          </a:p>
        </p:txBody>
      </p:sp>
      <p:sp>
        <p:nvSpPr>
          <p:cNvPr id="5" name="Shape 2"/>
          <p:cNvSpPr/>
          <p:nvPr/>
        </p:nvSpPr>
        <p:spPr>
          <a:xfrm>
            <a:off x="640080" y="1828800"/>
            <a:ext cx="5303520" cy="3412191"/>
          </a:xfrm>
          <a:prstGeom prst="rect">
            <a:avLst/>
          </a:prstGeom>
          <a:solidFill>
            <a:srgbClr val="FFFFFF"/>
          </a:solidFill>
          <a:ln w="12700">
            <a:solidFill>
              <a:schemeClr val="accent6"/>
            </a:solidFill>
            <a:prstDash val="solid"/>
          </a:ln>
        </p:spPr>
        <p:txBody>
          <a:bodyPr/>
          <a:lstStyle/>
          <a:p>
            <a:endParaRPr lang="en-US"/>
          </a:p>
        </p:txBody>
      </p:sp>
      <p:pic>
        <p:nvPicPr>
          <p:cNvPr id="6" name="Image 0" descr="Contoh dasbor Ringkasan: angka pokok kolekte dan pengeluaran program, dan grafik dengan garis tren"/>
          <p:cNvPicPr>
            <a:picLocks noChangeAspect="1"/>
          </p:cNvPicPr>
          <p:nvPr/>
        </p:nvPicPr>
        <p:blipFill>
          <a:blip r:embed="rId3"/>
          <a:stretch>
            <a:fillRect/>
          </a:stretch>
        </p:blipFill>
        <p:spPr>
          <a:xfrm>
            <a:off x="640080" y="1828800"/>
            <a:ext cx="5303520" cy="3412191"/>
          </a:xfrm>
          <a:prstGeom prst="rect">
            <a:avLst/>
          </a:prstGeom>
        </p:spPr>
      </p:pic>
      <p:sp>
        <p:nvSpPr>
          <p:cNvPr id="7" name="Text 3"/>
          <p:cNvSpPr txBox="1"/>
          <p:nvPr/>
        </p:nvSpPr>
        <p:spPr>
          <a:xfrm>
            <a:off x="640080" y="5332431"/>
            <a:ext cx="5303520" cy="365760"/>
          </a:xfrm>
          <a:prstGeom prst="rect">
            <a:avLst/>
          </a:prstGeom>
          <a:noFill/>
          <a:ln/>
        </p:spPr>
        <p:txBody>
          <a:bodyPr wrap="square" lIns="0" tIns="0" rIns="0" bIns="0" rtlCol="0" anchor="ctr"/>
          <a:lstStyle/>
          <a:p>
            <a:pPr marL="0" indent="0" algn="ctr">
              <a:buNone/>
            </a:pPr>
            <a:r>
              <a:rPr lang="id-ID" altLang="en-US" sz="1400" dirty="0">
                <a:solidFill>
                  <a:schemeClr val="tx1"/>
                </a:solidFill>
              </a:rPr>
              <a:t>Ringkasan: kolekte, pengeluaran program, dan arah tren</a:t>
            </a:r>
            <a:endParaRPr lang="id-ID" sz="1400" dirty="0"/>
          </a:p>
        </p:txBody>
      </p:sp>
      <p:sp>
        <p:nvSpPr>
          <p:cNvPr id="8" name="Shape 4"/>
          <p:cNvSpPr/>
          <p:nvPr/>
        </p:nvSpPr>
        <p:spPr>
          <a:xfrm>
            <a:off x="6248095" y="1828800"/>
            <a:ext cx="5303520" cy="2125308"/>
          </a:xfrm>
          <a:prstGeom prst="rect">
            <a:avLst/>
          </a:prstGeom>
          <a:solidFill>
            <a:srgbClr val="FFFFFF"/>
          </a:solidFill>
          <a:ln w="12700">
            <a:solidFill>
              <a:schemeClr val="accent6"/>
            </a:solidFill>
            <a:prstDash val="solid"/>
          </a:ln>
        </p:spPr>
        <p:txBody>
          <a:bodyPr/>
          <a:lstStyle/>
          <a:p>
            <a:endParaRPr lang="en-US"/>
          </a:p>
        </p:txBody>
      </p:sp>
      <p:pic>
        <p:nvPicPr>
          <p:cNvPr id="9" name="Image 1" descr="Contoh piramida umat menurut usia dan jenis kelamin"/>
          <p:cNvPicPr>
            <a:picLocks noChangeAspect="1"/>
          </p:cNvPicPr>
          <p:nvPr/>
        </p:nvPicPr>
        <p:blipFill>
          <a:blip r:embed="rId4"/>
          <a:stretch>
            <a:fillRect/>
          </a:stretch>
        </p:blipFill>
        <p:spPr>
          <a:xfrm>
            <a:off x="6248095" y="1828800"/>
            <a:ext cx="5303520" cy="2125308"/>
          </a:xfrm>
          <a:prstGeom prst="rect">
            <a:avLst/>
          </a:prstGeom>
        </p:spPr>
      </p:pic>
      <p:sp>
        <p:nvSpPr>
          <p:cNvPr id="10" name="Text 5"/>
          <p:cNvSpPr txBox="1"/>
          <p:nvPr/>
        </p:nvSpPr>
        <p:spPr>
          <a:xfrm>
            <a:off x="6248095" y="4045548"/>
            <a:ext cx="5303520" cy="365760"/>
          </a:xfrm>
          <a:prstGeom prst="rect">
            <a:avLst/>
          </a:prstGeom>
          <a:noFill/>
          <a:ln/>
        </p:spPr>
        <p:txBody>
          <a:bodyPr wrap="square" lIns="0" tIns="0" rIns="0" bIns="0" rtlCol="0" anchor="ctr"/>
          <a:lstStyle/>
          <a:p>
            <a:pPr marL="0" indent="0" algn="ctr">
              <a:buNone/>
            </a:pPr>
            <a:r>
              <a:rPr lang="id-ID" altLang="en-US" sz="1400" dirty="0">
                <a:solidFill>
                  <a:schemeClr val="tx1"/>
                </a:solidFill>
              </a:rPr>
              <a:t>Demografi umat: usia dan jenis kelamin, hanya angka gabungan</a:t>
            </a:r>
            <a:endParaRPr lang="id-ID" sz="1400" dirty="0"/>
          </a:p>
        </p:txBody>
      </p:sp>
      <p:sp>
        <p:nvSpPr>
          <p:cNvPr id="11" name="Text 6"/>
          <p:cNvSpPr txBox="1"/>
          <p:nvPr/>
        </p:nvSpPr>
        <p:spPr>
          <a:xfrm>
            <a:off x="6248095" y="4639908"/>
            <a:ext cx="5303520" cy="1005840"/>
          </a:xfrm>
          <a:prstGeom prst="rect">
            <a:avLst/>
          </a:prstGeom>
          <a:noFill/>
          <a:ln/>
        </p:spPr>
        <p:txBody>
          <a:bodyPr wrap="square" lIns="0" tIns="0" rIns="0" bIns="0" rtlCol="0" anchor="t"/>
          <a:lstStyle/>
          <a:p>
            <a:pPr marL="342900" indent="-342900">
              <a:spcAft>
                <a:spcPts val="600"/>
              </a:spcAft>
              <a:buSzPct val="100000"/>
              <a:buChar char="•"/>
            </a:pPr>
            <a:r>
              <a:rPr lang="id-ID" altLang="en-US" sz="1600" dirty="0">
                <a:solidFill>
                  <a:schemeClr val="tx1"/>
                </a:solidFill>
              </a:rPr>
              <a:t>12 halaman berbahasa Indonesia</a:t>
            </a:r>
            <a:endParaRPr lang="id-ID" sz="1600" dirty="0"/>
          </a:p>
          <a:p>
            <a:pPr marL="342900" indent="-342900">
              <a:spcAft>
                <a:spcPts val="600"/>
              </a:spcAft>
              <a:buSzPct val="100000"/>
              <a:buChar char="•"/>
            </a:pPr>
            <a:r>
              <a:rPr lang="id-ID" altLang="en-US" sz="1600" dirty="0">
                <a:solidFill>
                  <a:schemeClr val="tx1"/>
                </a:solidFill>
              </a:rPr>
              <a:t>Tersedia juga sebagai satu berkas yang dibuka tanpa instalasi</a:t>
            </a:r>
            <a:endParaRPr lang="id-ID" sz="1600" dirty="0"/>
          </a:p>
        </p:txBody>
      </p:sp>
      <p:sp>
        <p:nvSpPr>
          <p:cNvPr id="12" name="Text 7"/>
          <p:cNvSpPr txBox="1"/>
          <p:nvPr/>
        </p:nvSpPr>
        <p:spPr>
          <a:xfrm>
            <a:off x="5669280" y="6355080"/>
            <a:ext cx="5212080" cy="274320"/>
          </a:xfrm>
          <a:prstGeom prst="rect">
            <a:avLst/>
          </a:prstGeom>
          <a:noFill/>
          <a:ln/>
        </p:spPr>
        <p:txBody>
          <a:bodyPr wrap="square" lIns="0" tIns="0" rIns="0" bIns="0" rtlCol="0" anchor="ctr"/>
          <a:lstStyle/>
          <a:p>
            <a:pPr marL="0" indent="0" algn="r">
              <a:buNone/>
            </a:pPr>
            <a:r>
              <a:rPr lang="id-ID" altLang="en-US" sz="1100" dirty="0">
                <a:solidFill>
                  <a:schemeClr val="tx2"/>
                </a:solidFill>
              </a:rPr>
              <a:t>1 Kumpulkan  ·  2 Bagikan  ·  </a:t>
            </a:r>
            <a:r>
              <a:rPr lang="id-ID" altLang="en-US" sz="1100" b="1" dirty="0">
                <a:solidFill>
                  <a:schemeClr val="accent3"/>
                </a:solidFill>
              </a:rPr>
              <a:t>3 Pahami</a:t>
            </a:r>
            <a:endParaRPr lang="id-ID" sz="11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LANGKAH 3 · PAHAMI · DARI WAWASAN KE PELAYANAN</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Data membantu kita bertanya dengan lebih tepat</a:t>
            </a:r>
            <a:endParaRPr lang="id-ID"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3246120"/>
        </p:xfrm>
        <a:graphic>
          <a:graphicData uri="http://schemas.openxmlformats.org/drawingml/2006/table">
            <a:tbl>
              <a:tblPr/>
              <a:tblGrid>
                <a:gridCol w="33832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053535">
                  <a:extLst>
                    <a:ext uri="{9D8B030D-6E8A-4147-A177-3AD203B41FA5}">
                      <a16:colId xmlns:a16="http://schemas.microsoft.com/office/drawing/2014/main" val="20002"/>
                    </a:ext>
                  </a:extLst>
                </a:gridCol>
              </a:tblGrid>
              <a:tr h="502920">
                <a:tc>
                  <a:txBody>
                    <a:bodyPr/>
                    <a:lstStyle/>
                    <a:p>
                      <a:pPr marL="0" indent="0">
                        <a:buNone/>
                      </a:pPr>
                      <a:r>
                        <a:rPr lang="en-US" sz="1500" b="1" dirty="0">
                          <a:solidFill>
                            <a:schemeClr val="bg2"/>
                          </a:solidFill>
                          <a:latin typeface="Calibri" pitchFamily="34" charset="0"/>
                          <a:ea typeface="Calibri" pitchFamily="34" charset="-122"/>
                          <a:cs typeface="Calibri" pitchFamily="34" charset="-120"/>
                        </a:rPr>
                        <a:t>Yang terlihat dari data</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buNone/>
                      </a:pPr>
                      <a:r>
                        <a:rPr lang="en-US" sz="1500" b="1" dirty="0">
                          <a:solidFill>
                            <a:schemeClr val="bg2"/>
                          </a:solidFill>
                          <a:latin typeface="Calibri" pitchFamily="34" charset="0"/>
                          <a:ea typeface="Calibri" pitchFamily="34" charset="-122"/>
                          <a:cs typeface="Calibri" pitchFamily="34" charset="-120"/>
                        </a:rPr>
                        <a:t>Pertanyaan pastoral</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buNone/>
                      </a:pPr>
                      <a:r>
                        <a:rPr lang="en-US" sz="1500" b="1" dirty="0">
                          <a:solidFill>
                            <a:schemeClr val="bg2"/>
                          </a:solidFill>
                          <a:latin typeface="Calibri" pitchFamily="34" charset="0"/>
                          <a:ea typeface="Calibri" pitchFamily="34" charset="-122"/>
                          <a:cs typeface="Calibri" pitchFamily="34" charset="-120"/>
                        </a:rPr>
                        <a:t>Kemungkinan tindakan</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914400">
                <a:tc>
                  <a:txBody>
                    <a:bodyPr/>
                    <a:lstStyle/>
                    <a:p>
                      <a:pPr marL="0" indent="0">
                        <a:buNone/>
                      </a:pPr>
                      <a:r>
                        <a:rPr lang="en-US" sz="1500" b="1" dirty="0">
                          <a:solidFill>
                            <a:schemeClr val="tx1"/>
                          </a:solidFill>
                          <a:latin typeface="Calibri" pitchFamily="34" charset="0"/>
                          <a:ea typeface="Calibri" pitchFamily="34" charset="-122"/>
                          <a:cs typeface="Calibri" pitchFamily="34" charset="-120"/>
                        </a:rPr>
                        <a:t>Pengeluaran program naik lebih cepat daripada kolekte</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latin typeface="Calibri" pitchFamily="34" charset="0"/>
                          <a:ea typeface="Calibri" pitchFamily="34" charset="-122"/>
                          <a:cs typeface="Calibri" pitchFamily="34" charset="-120"/>
                        </a:rPr>
                        <a:t>Program mana yang paling berbuah dan perlu dipertahankan?</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latin typeface="Calibri" pitchFamily="34" charset="0"/>
                          <a:ea typeface="Calibri" pitchFamily="34" charset="-122"/>
                          <a:cs typeface="Calibri" pitchFamily="34" charset="-120"/>
                        </a:rPr>
                        <a:t>Tinjau prioritas program bersama seksi dan siapkan beberapa skenario anggaran</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914400">
                <a:tc>
                  <a:txBody>
                    <a:bodyPr/>
                    <a:lstStyle/>
                    <a:p>
                      <a:pPr marL="0" indent="0">
                        <a:buNone/>
                      </a:pPr>
                      <a:r>
                        <a:rPr lang="en-US" sz="1500" b="1" dirty="0">
                          <a:solidFill>
                            <a:schemeClr val="tx1"/>
                          </a:solidFill>
                          <a:latin typeface="Calibri" pitchFamily="34" charset="0"/>
                          <a:ea typeface="Calibri" pitchFamily="34" charset="-122"/>
                          <a:cs typeface="Calibri" pitchFamily="34" charset="-120"/>
                        </a:rPr>
                        <a:t>Sumbangan Adven menutup makin sedikit biaya Natal</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5"/>
                    </a:solidFill>
                  </a:tcPr>
                </a:tc>
                <a:tc>
                  <a:txBody>
                    <a:bodyPr/>
                    <a:lstStyle/>
                    <a:p>
                      <a:pPr marL="0" indent="0">
                        <a:buNone/>
                      </a:pPr>
                      <a:r>
                        <a:rPr lang="en-US" sz="1500" dirty="0">
                          <a:solidFill>
                            <a:schemeClr val="tx1"/>
                          </a:solidFill>
                          <a:latin typeface="Calibri" pitchFamily="34" charset="0"/>
                          <a:ea typeface="Calibri" pitchFamily="34" charset="-122"/>
                          <a:cs typeface="Calibri" pitchFamily="34" charset="-120"/>
                        </a:rPr>
                        <a:t>Bagaimana mengajak umat terlibat lebih awal?</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5"/>
                    </a:solidFill>
                  </a:tcPr>
                </a:tc>
                <a:tc>
                  <a:txBody>
                    <a:bodyPr/>
                    <a:lstStyle/>
                    <a:p>
                      <a:pPr marL="0" indent="0">
                        <a:buNone/>
                      </a:pPr>
                      <a:r>
                        <a:rPr lang="en-US" sz="1500" dirty="0">
                          <a:solidFill>
                            <a:schemeClr val="tx1"/>
                          </a:solidFill>
                          <a:latin typeface="Calibri" pitchFamily="34" charset="0"/>
                          <a:ea typeface="Calibri" pitchFamily="34" charset="-122"/>
                          <a:cs typeface="Calibri" pitchFamily="34" charset="-120"/>
                        </a:rPr>
                        <a:t>Sosialisasi Adven lebih dini dan target yang lebih realistis</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accent5"/>
                    </a:solidFill>
                  </a:tcPr>
                </a:tc>
                <a:extLst>
                  <a:ext uri="{0D108BD9-81ED-4DB2-BD59-A6C34878D82A}">
                    <a16:rowId xmlns:a16="http://schemas.microsoft.com/office/drawing/2014/main" val="10002"/>
                  </a:ext>
                </a:extLst>
              </a:tr>
              <a:tr h="914400">
                <a:tc>
                  <a:txBody>
                    <a:bodyPr/>
                    <a:lstStyle/>
                    <a:p>
                      <a:pPr marL="0" indent="0">
                        <a:buNone/>
                      </a:pPr>
                      <a:r>
                        <a:rPr lang="en-US" sz="1500" b="1" dirty="0">
                          <a:solidFill>
                            <a:schemeClr val="tx1"/>
                          </a:solidFill>
                          <a:latin typeface="Calibri" pitchFamily="34" charset="0"/>
                          <a:ea typeface="Calibri" pitchFamily="34" charset="-122"/>
                          <a:cs typeface="Calibri" pitchFamily="34" charset="-120"/>
                        </a:rPr>
                        <a:t>Sedikit umat berusia 20 sampai 29 tahun</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latin typeface="Calibri" pitchFamily="34" charset="0"/>
                          <a:ea typeface="Calibri" pitchFamily="34" charset="-122"/>
                          <a:cs typeface="Calibri" pitchFamily="34" charset="-120"/>
                        </a:rPr>
                        <a:t>Apa yang dibutuhkan orang muda dari paroki?</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latin typeface="Calibri" pitchFamily="34" charset="0"/>
                          <a:ea typeface="Calibri" pitchFamily="34" charset="-122"/>
                          <a:cs typeface="Calibri" pitchFamily="34" charset="-120"/>
                        </a:rPr>
                        <a:t>Dengarkan lewat survei dan libatkan seksi kepemudaan</a:t>
                      </a:r>
                      <a:endParaRPr lang="en-US" sz="1500" dirty="0">
                        <a:latin typeface="Calibri" charset="0"/>
                        <a:ea typeface="Calibri" charset="0"/>
                        <a:cs typeface="Calibri" charset="0"/>
                      </a:endParaRPr>
                    </a:p>
                  </a:txBody>
                  <a:tcPr marL="164592" marR="164592" marT="73152" marB="73152"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640080" y="5349240"/>
            <a:ext cx="10911535" cy="457200"/>
          </a:xfrm>
          <a:prstGeom prst="rect">
            <a:avLst/>
          </a:prstGeom>
          <a:noFill/>
          <a:ln/>
        </p:spPr>
        <p:txBody>
          <a:bodyPr wrap="square" lIns="0" tIns="0" rIns="0" bIns="0" rtlCol="0" anchor="ctr"/>
          <a:lstStyle/>
          <a:p>
            <a:pPr marL="0" indent="0">
              <a:buNone/>
            </a:pPr>
            <a:r>
              <a:rPr lang="id-ID" altLang="en-US" sz="1800" dirty="0">
                <a:solidFill>
                  <a:schemeClr val="tx2"/>
                </a:solidFill>
              </a:rPr>
              <a:t>Contoh pertanyaan dan tindakan. Dewan dan gembala tetap yang memutuskan.</a:t>
            </a:r>
            <a:endParaRPr lang="id-ID" sz="1800" dirty="0"/>
          </a:p>
        </p:txBody>
      </p:sp>
      <p:sp>
        <p:nvSpPr>
          <p:cNvPr id="7" name="Text 3"/>
          <p:cNvSpPr txBox="1"/>
          <p:nvPr/>
        </p:nvSpPr>
        <p:spPr>
          <a:xfrm>
            <a:off x="5669280" y="6355080"/>
            <a:ext cx="5212080" cy="274320"/>
          </a:xfrm>
          <a:prstGeom prst="rect">
            <a:avLst/>
          </a:prstGeom>
          <a:noFill/>
          <a:ln/>
        </p:spPr>
        <p:txBody>
          <a:bodyPr wrap="square" lIns="0" tIns="0" rIns="0" bIns="0" rtlCol="0" anchor="ctr"/>
          <a:lstStyle/>
          <a:p>
            <a:pPr marL="0" indent="0" algn="r">
              <a:buNone/>
            </a:pPr>
            <a:r>
              <a:rPr lang="id-ID" altLang="en-US" sz="1100" dirty="0">
                <a:solidFill>
                  <a:schemeClr val="tx2"/>
                </a:solidFill>
              </a:rPr>
              <a:t>1 Kumpulkan  ·  2 Bagikan  ·  </a:t>
            </a:r>
            <a:r>
              <a:rPr lang="id-ID" altLang="en-US" sz="1100" b="1" dirty="0">
                <a:solidFill>
                  <a:schemeClr val="accent3"/>
                </a:solidFill>
              </a:rPr>
              <a:t>3 Pahami</a:t>
            </a:r>
            <a:endParaRPr lang="id-ID" sz="11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LANGKAH 3 · PAHAMI · KEMUNGKINAN</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Apa saja yang bisa kita capai</a:t>
            </a:r>
            <a:endParaRPr lang="id-ID" sz="34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12</a:t>
            </a:fld>
            <a:endParaRPr lang="en-US"/>
          </a:p>
        </p:txBody>
      </p:sp>
      <p:sp>
        <p:nvSpPr>
          <p:cNvPr id="26" name="Kartu 1"/>
          <p:cNvSpPr/>
          <p:nvPr/>
        </p:nvSpPr>
        <p:spPr>
          <a:xfrm>
            <a:off x="640080" y="1783080"/>
            <a:ext cx="3526536" cy="1627632"/>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27" name="Status 1"/>
          <p:cNvSpPr/>
          <p:nvPr/>
        </p:nvSpPr>
        <p:spPr>
          <a:xfrm>
            <a:off x="841248" y="1938528"/>
            <a:ext cx="1188720" cy="246888"/>
          </a:xfrm>
          <a:prstGeom prst="roundRect">
            <a:avLst>
              <a:gd name="adj" fmla="val 50000"/>
            </a:avLst>
          </a:prstGeom>
          <a:solidFill>
            <a:srgbClr val="DCEBE6"/>
          </a:solidFill>
          <a:ln>
            <a:solidFill>
              <a:srgbClr val="DCEBE6"/>
            </a:solidFill>
          </a:ln>
        </p:spPr>
        <p:txBody>
          <a:bodyPr wrap="square" lIns="0" tIns="0" rIns="0" bIns="0" rtlCol="0" anchor="ctr"/>
          <a:lstStyle/>
          <a:p>
            <a:pPr marL="0" indent="0" algn="ctr">
              <a:buNone/>
            </a:pPr>
            <a:r>
              <a:rPr lang="id-ID" altLang="en-US" sz="1100" b="1" dirty="0">
                <a:solidFill>
                  <a:schemeClr val="tx1"/>
                </a:solidFill>
              </a:rPr>
              <a:t>Ada di contoh</a:t>
            </a:r>
            <a:endParaRPr lang="id-ID" sz="1400" dirty="0"/>
          </a:p>
        </p:txBody>
      </p:sp>
      <p:sp>
        <p:nvSpPr>
          <p:cNvPr id="28" name="Judul 1"/>
          <p:cNvSpPr txBox="1"/>
          <p:nvPr/>
        </p:nvSpPr>
        <p:spPr>
          <a:xfrm>
            <a:off x="841248" y="2286000"/>
            <a:ext cx="3124200" cy="310896"/>
          </a:xfrm>
          <a:prstGeom prst="rect">
            <a:avLst/>
          </a:prstGeom>
          <a:noFill/>
          <a:ln/>
        </p:spPr>
        <p:txBody>
          <a:bodyPr wrap="square" lIns="0" tIns="0" rIns="0" bIns="0" rtlCol="0" anchor="t"/>
          <a:lstStyle/>
          <a:p>
            <a:pPr marL="0" indent="0">
              <a:buNone/>
            </a:pPr>
            <a:r>
              <a:rPr lang="id-ID" altLang="en-US" sz="1700" b="1" dirty="0">
                <a:solidFill>
                  <a:schemeClr val="tx1"/>
                </a:solidFill>
              </a:rPr>
              <a:t>Mendengar umat</a:t>
            </a:r>
            <a:endParaRPr lang="id-ID" sz="1500" dirty="0"/>
          </a:p>
        </p:txBody>
      </p:sp>
      <p:sp>
        <p:nvSpPr>
          <p:cNvPr id="29" name="Isi 1"/>
          <p:cNvSpPr txBox="1"/>
          <p:nvPr/>
        </p:nvSpPr>
        <p:spPr>
          <a:xfrm>
            <a:off x="841248" y="2633472"/>
            <a:ext cx="3124200" cy="713232"/>
          </a:xfrm>
          <a:prstGeom prst="rect">
            <a:avLst/>
          </a:prstGeom>
          <a:noFill/>
          <a:ln/>
        </p:spPr>
        <p:txBody>
          <a:bodyPr wrap="square" lIns="0" tIns="0" rIns="0" bIns="0" rtlCol="0" anchor="t"/>
          <a:lstStyle/>
          <a:p>
            <a:pPr marL="0" indent="0">
              <a:buNone/>
            </a:pPr>
            <a:r>
              <a:rPr lang="id-ID" altLang="en-US" sz="1300" dirty="0">
                <a:solidFill>
                  <a:schemeClr val="tx2"/>
                </a:solidFill>
              </a:rPr>
              <a:t>Kelompok usia mana yang kurang terjangkau, dan apa kata survei tentang kebutuhan mereka?</a:t>
            </a:r>
            <a:endParaRPr lang="id-ID" sz="1300" dirty="0"/>
          </a:p>
        </p:txBody>
      </p:sp>
      <p:sp>
        <p:nvSpPr>
          <p:cNvPr id="30" name="Kartu 2"/>
          <p:cNvSpPr/>
          <p:nvPr/>
        </p:nvSpPr>
        <p:spPr>
          <a:xfrm>
            <a:off x="4331208" y="1783080"/>
            <a:ext cx="3526536" cy="1627632"/>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31" name="Status 2"/>
          <p:cNvSpPr/>
          <p:nvPr/>
        </p:nvSpPr>
        <p:spPr>
          <a:xfrm>
            <a:off x="4532376" y="1938528"/>
            <a:ext cx="1024128" cy="246888"/>
          </a:xfrm>
          <a:prstGeom prst="roundRect">
            <a:avLst>
              <a:gd name="adj" fmla="val 50000"/>
            </a:avLst>
          </a:prstGeom>
          <a:noFill/>
          <a:ln w="12700">
            <a:solidFill>
              <a:schemeClr val="accent3"/>
            </a:solidFill>
          </a:ln>
        </p:spPr>
        <p:txBody>
          <a:bodyPr wrap="square" lIns="0" tIns="0" rIns="0" bIns="0" rtlCol="0" anchor="ctr"/>
          <a:lstStyle/>
          <a:p>
            <a:pPr marL="0" indent="0" algn="ctr">
              <a:buNone/>
            </a:pPr>
            <a:r>
              <a:rPr lang="id-ID" altLang="en-US" sz="1100" b="1" dirty="0">
                <a:solidFill>
                  <a:schemeClr val="tx1"/>
                </a:solidFill>
              </a:rPr>
              <a:t>Kemungkinan</a:t>
            </a:r>
            <a:endParaRPr lang="id-ID" sz="1400" dirty="0"/>
          </a:p>
        </p:txBody>
      </p:sp>
      <p:sp>
        <p:nvSpPr>
          <p:cNvPr id="32" name="Judul 2"/>
          <p:cNvSpPr txBox="1"/>
          <p:nvPr/>
        </p:nvSpPr>
        <p:spPr>
          <a:xfrm>
            <a:off x="4532376" y="2286000"/>
            <a:ext cx="3124200" cy="310896"/>
          </a:xfrm>
          <a:prstGeom prst="rect">
            <a:avLst/>
          </a:prstGeom>
          <a:noFill/>
          <a:ln/>
        </p:spPr>
        <p:txBody>
          <a:bodyPr wrap="square" lIns="0" tIns="0" rIns="0" bIns="0" rtlCol="0" anchor="t"/>
          <a:lstStyle/>
          <a:p>
            <a:pPr marL="0" indent="0">
              <a:buNone/>
            </a:pPr>
            <a:r>
              <a:rPr lang="id-ID" altLang="en-US" sz="1700" b="1" dirty="0">
                <a:solidFill>
                  <a:schemeClr val="tx1"/>
                </a:solidFill>
              </a:rPr>
              <a:t>Menata pelayanan Misa</a:t>
            </a:r>
            <a:endParaRPr lang="id-ID" sz="1500" dirty="0"/>
          </a:p>
        </p:txBody>
      </p:sp>
      <p:sp>
        <p:nvSpPr>
          <p:cNvPr id="33" name="Isi 2"/>
          <p:cNvSpPr txBox="1"/>
          <p:nvPr/>
        </p:nvSpPr>
        <p:spPr>
          <a:xfrm>
            <a:off x="4532376" y="2633472"/>
            <a:ext cx="3124200" cy="713232"/>
          </a:xfrm>
          <a:prstGeom prst="rect">
            <a:avLst/>
          </a:prstGeom>
          <a:noFill/>
          <a:ln/>
        </p:spPr>
        <p:txBody>
          <a:bodyPr wrap="square" lIns="0" tIns="0" rIns="0" bIns="0" rtlCol="0" anchor="t"/>
          <a:lstStyle/>
          <a:p>
            <a:pPr marL="0" indent="0">
              <a:buNone/>
            </a:pPr>
            <a:r>
              <a:rPr lang="id-ID" altLang="en-US" sz="1300" dirty="0">
                <a:solidFill>
                  <a:schemeClr val="tx2"/>
                </a:solidFill>
              </a:rPr>
              <a:t>Jadwal dan jumlah petugas mana yang perlu disesuaikan dengan kehadiran umat?</a:t>
            </a:r>
            <a:endParaRPr lang="id-ID" sz="1300" dirty="0"/>
          </a:p>
        </p:txBody>
      </p:sp>
      <p:sp>
        <p:nvSpPr>
          <p:cNvPr id="34" name="Kartu 3"/>
          <p:cNvSpPr/>
          <p:nvPr/>
        </p:nvSpPr>
        <p:spPr>
          <a:xfrm>
            <a:off x="8022336" y="1783080"/>
            <a:ext cx="3526536" cy="1627632"/>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35" name="Status 3"/>
          <p:cNvSpPr/>
          <p:nvPr/>
        </p:nvSpPr>
        <p:spPr>
          <a:xfrm>
            <a:off x="8223504" y="1938528"/>
            <a:ext cx="1188720" cy="246888"/>
          </a:xfrm>
          <a:prstGeom prst="roundRect">
            <a:avLst>
              <a:gd name="adj" fmla="val 50000"/>
            </a:avLst>
          </a:prstGeom>
          <a:solidFill>
            <a:srgbClr val="DCEBE6"/>
          </a:solidFill>
          <a:ln>
            <a:solidFill>
              <a:srgbClr val="DCEBE6"/>
            </a:solidFill>
          </a:ln>
        </p:spPr>
        <p:txBody>
          <a:bodyPr wrap="square" lIns="0" tIns="0" rIns="0" bIns="0" rtlCol="0" anchor="ctr"/>
          <a:lstStyle/>
          <a:p>
            <a:pPr marL="0" indent="0" algn="ctr">
              <a:buNone/>
            </a:pPr>
            <a:r>
              <a:rPr lang="id-ID" altLang="en-US" sz="1100" b="1" dirty="0">
                <a:solidFill>
                  <a:schemeClr val="tx1"/>
                </a:solidFill>
              </a:rPr>
              <a:t>Ada di contoh</a:t>
            </a:r>
            <a:endParaRPr lang="id-ID" sz="1400" dirty="0"/>
          </a:p>
        </p:txBody>
      </p:sp>
      <p:sp>
        <p:nvSpPr>
          <p:cNvPr id="36" name="Judul 3"/>
          <p:cNvSpPr txBox="1"/>
          <p:nvPr/>
        </p:nvSpPr>
        <p:spPr>
          <a:xfrm>
            <a:off x="8223504" y="2286000"/>
            <a:ext cx="3124200" cy="310896"/>
          </a:xfrm>
          <a:prstGeom prst="rect">
            <a:avLst/>
          </a:prstGeom>
          <a:noFill/>
          <a:ln/>
        </p:spPr>
        <p:txBody>
          <a:bodyPr wrap="square" lIns="0" tIns="0" rIns="0" bIns="0" rtlCol="0" anchor="t"/>
          <a:lstStyle/>
          <a:p>
            <a:pPr marL="0" indent="0">
              <a:buNone/>
            </a:pPr>
            <a:r>
              <a:rPr lang="id-ID" altLang="en-US" sz="1700" b="1" dirty="0">
                <a:solidFill>
                  <a:schemeClr val="tx1"/>
                </a:solidFill>
              </a:rPr>
              <a:t>Mengelola dengan bijak</a:t>
            </a:r>
            <a:endParaRPr lang="id-ID" sz="1500" dirty="0"/>
          </a:p>
        </p:txBody>
      </p:sp>
      <p:sp>
        <p:nvSpPr>
          <p:cNvPr id="37" name="Isi 3"/>
          <p:cNvSpPr txBox="1"/>
          <p:nvPr/>
        </p:nvSpPr>
        <p:spPr>
          <a:xfrm>
            <a:off x="8223504" y="2633472"/>
            <a:ext cx="3124200" cy="713232"/>
          </a:xfrm>
          <a:prstGeom prst="rect">
            <a:avLst/>
          </a:prstGeom>
          <a:noFill/>
          <a:ln/>
        </p:spPr>
        <p:txBody>
          <a:bodyPr wrap="square" lIns="0" tIns="0" rIns="0" bIns="0" rtlCol="0" anchor="t"/>
          <a:lstStyle/>
          <a:p>
            <a:pPr marL="0" indent="0">
              <a:buNone/>
            </a:pPr>
            <a:r>
              <a:rPr lang="id-ID" altLang="en-US" sz="1300" dirty="0">
                <a:solidFill>
                  <a:schemeClr val="tx2"/>
                </a:solidFill>
              </a:rPr>
              <a:t>Apakah kolekte dan sumbangan cukup menopang program kita dalam beberapa tahun ke depan?</a:t>
            </a:r>
            <a:endParaRPr lang="id-ID" sz="1300" dirty="0"/>
          </a:p>
        </p:txBody>
      </p:sp>
      <p:sp>
        <p:nvSpPr>
          <p:cNvPr id="38" name="Kartu 4"/>
          <p:cNvSpPr/>
          <p:nvPr/>
        </p:nvSpPr>
        <p:spPr>
          <a:xfrm>
            <a:off x="640080" y="3575304"/>
            <a:ext cx="3526536" cy="1627632"/>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39" name="Status 4"/>
          <p:cNvSpPr/>
          <p:nvPr/>
        </p:nvSpPr>
        <p:spPr>
          <a:xfrm>
            <a:off x="841248" y="3730752"/>
            <a:ext cx="1188720" cy="246888"/>
          </a:xfrm>
          <a:prstGeom prst="roundRect">
            <a:avLst>
              <a:gd name="adj" fmla="val 50000"/>
            </a:avLst>
          </a:prstGeom>
          <a:solidFill>
            <a:srgbClr val="DCEBE6"/>
          </a:solidFill>
          <a:ln>
            <a:solidFill>
              <a:srgbClr val="DCEBE6"/>
            </a:solidFill>
          </a:ln>
        </p:spPr>
        <p:txBody>
          <a:bodyPr wrap="square" lIns="0" tIns="0" rIns="0" bIns="0" rtlCol="0" anchor="ctr"/>
          <a:lstStyle/>
          <a:p>
            <a:pPr marL="0" indent="0" algn="ctr">
              <a:buNone/>
            </a:pPr>
            <a:r>
              <a:rPr lang="id-ID" altLang="en-US" sz="1100" b="1" dirty="0">
                <a:solidFill>
                  <a:schemeClr val="tx1"/>
                </a:solidFill>
              </a:rPr>
              <a:t>Ada di contoh</a:t>
            </a:r>
            <a:endParaRPr lang="id-ID" sz="1400" dirty="0"/>
          </a:p>
        </p:txBody>
      </p:sp>
      <p:sp>
        <p:nvSpPr>
          <p:cNvPr id="40" name="Judul 4"/>
          <p:cNvSpPr txBox="1"/>
          <p:nvPr/>
        </p:nvSpPr>
        <p:spPr>
          <a:xfrm>
            <a:off x="841248" y="4078224"/>
            <a:ext cx="3124200" cy="310896"/>
          </a:xfrm>
          <a:prstGeom prst="rect">
            <a:avLst/>
          </a:prstGeom>
          <a:noFill/>
          <a:ln/>
        </p:spPr>
        <p:txBody>
          <a:bodyPr wrap="square" lIns="0" tIns="0" rIns="0" bIns="0" rtlCol="0" anchor="t"/>
          <a:lstStyle/>
          <a:p>
            <a:pPr marL="0" indent="0">
              <a:buNone/>
            </a:pPr>
            <a:r>
              <a:rPr lang="id-ID" altLang="en-US" sz="1700" b="1" dirty="0">
                <a:solidFill>
                  <a:schemeClr val="tx1"/>
                </a:solidFill>
              </a:rPr>
              <a:t>Bersiap menghadapi peristiwa</a:t>
            </a:r>
            <a:endParaRPr lang="id-ID" sz="1500" dirty="0"/>
          </a:p>
        </p:txBody>
      </p:sp>
      <p:sp>
        <p:nvSpPr>
          <p:cNvPr id="41" name="Isi 4"/>
          <p:cNvSpPr txBox="1"/>
          <p:nvPr/>
        </p:nvSpPr>
        <p:spPr>
          <a:xfrm>
            <a:off x="841248" y="4425696"/>
            <a:ext cx="3124200" cy="713232"/>
          </a:xfrm>
          <a:prstGeom prst="rect">
            <a:avLst/>
          </a:prstGeom>
          <a:noFill/>
          <a:ln/>
        </p:spPr>
        <p:txBody>
          <a:bodyPr wrap="square" lIns="0" tIns="0" rIns="0" bIns="0" rtlCol="0" anchor="t"/>
          <a:lstStyle/>
          <a:p>
            <a:pPr marL="0" indent="0">
              <a:buNone/>
            </a:pPr>
            <a:r>
              <a:rPr lang="id-ID" altLang="en-US" sz="1300" dirty="0">
                <a:solidFill>
                  <a:schemeClr val="tx2"/>
                </a:solidFill>
              </a:rPr>
              <a:t>Berapa besar dampak </a:t>
            </a:r>
            <a:r>
              <a:rPr lang="en-US" altLang="en-US" sz="1300" dirty="0" err="1">
                <a:solidFill>
                  <a:schemeClr val="tx2"/>
                </a:solidFill>
              </a:rPr>
              <a:t>cuaca</a:t>
            </a:r>
            <a:r>
              <a:rPr lang="en-US" altLang="en-US" sz="1300" dirty="0">
                <a:solidFill>
                  <a:schemeClr val="tx2"/>
                </a:solidFill>
              </a:rPr>
              <a:t> </a:t>
            </a:r>
            <a:r>
              <a:rPr lang="id-ID" altLang="en-US" sz="1300">
                <a:solidFill>
                  <a:schemeClr val="tx2"/>
                </a:solidFill>
              </a:rPr>
              <a:t>pada kehadiran, </a:t>
            </a:r>
            <a:r>
              <a:rPr lang="id-ID" altLang="en-US" sz="1300" dirty="0">
                <a:solidFill>
                  <a:schemeClr val="tx2"/>
                </a:solidFill>
              </a:rPr>
              <a:t>dan apa yang perlu disiapkan?</a:t>
            </a:r>
            <a:endParaRPr lang="id-ID" sz="1300" dirty="0"/>
          </a:p>
        </p:txBody>
      </p:sp>
      <p:sp>
        <p:nvSpPr>
          <p:cNvPr id="42" name="Kartu 5"/>
          <p:cNvSpPr/>
          <p:nvPr/>
        </p:nvSpPr>
        <p:spPr>
          <a:xfrm>
            <a:off x="4331208" y="3575304"/>
            <a:ext cx="3526536" cy="1627632"/>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43" name="Status 5"/>
          <p:cNvSpPr/>
          <p:nvPr/>
        </p:nvSpPr>
        <p:spPr>
          <a:xfrm>
            <a:off x="4532376" y="3730752"/>
            <a:ext cx="1188720" cy="246888"/>
          </a:xfrm>
          <a:prstGeom prst="roundRect">
            <a:avLst>
              <a:gd name="adj" fmla="val 50000"/>
            </a:avLst>
          </a:prstGeom>
          <a:solidFill>
            <a:srgbClr val="DCEBE6"/>
          </a:solidFill>
          <a:ln>
            <a:solidFill>
              <a:srgbClr val="DCEBE6"/>
            </a:solidFill>
          </a:ln>
        </p:spPr>
        <p:txBody>
          <a:bodyPr wrap="square" lIns="0" tIns="0" rIns="0" bIns="0" rtlCol="0" anchor="ctr"/>
          <a:lstStyle/>
          <a:p>
            <a:pPr marL="0" indent="0" algn="ctr">
              <a:buNone/>
            </a:pPr>
            <a:r>
              <a:rPr lang="id-ID" altLang="en-US" sz="1100" b="1" dirty="0">
                <a:solidFill>
                  <a:schemeClr val="tx1"/>
                </a:solidFill>
              </a:rPr>
              <a:t>Ada di contoh</a:t>
            </a:r>
            <a:endParaRPr lang="id-ID" sz="1400" dirty="0"/>
          </a:p>
        </p:txBody>
      </p:sp>
      <p:sp>
        <p:nvSpPr>
          <p:cNvPr id="44" name="Judul 5"/>
          <p:cNvSpPr txBox="1"/>
          <p:nvPr/>
        </p:nvSpPr>
        <p:spPr>
          <a:xfrm>
            <a:off x="4532376" y="4078224"/>
            <a:ext cx="3124200" cy="310896"/>
          </a:xfrm>
          <a:prstGeom prst="rect">
            <a:avLst/>
          </a:prstGeom>
          <a:noFill/>
          <a:ln/>
        </p:spPr>
        <p:txBody>
          <a:bodyPr wrap="square" lIns="0" tIns="0" rIns="0" bIns="0" rtlCol="0" anchor="t"/>
          <a:lstStyle/>
          <a:p>
            <a:pPr marL="0" indent="0">
              <a:buNone/>
            </a:pPr>
            <a:r>
              <a:rPr lang="id-ID" altLang="en-US" sz="1700" b="1" dirty="0">
                <a:solidFill>
                  <a:schemeClr val="tx1"/>
                </a:solidFill>
              </a:rPr>
              <a:t>Belajar dari kegiatan</a:t>
            </a:r>
            <a:endParaRPr lang="id-ID" sz="1500" dirty="0"/>
          </a:p>
        </p:txBody>
      </p:sp>
      <p:sp>
        <p:nvSpPr>
          <p:cNvPr id="45" name="Isi 5"/>
          <p:cNvSpPr txBox="1"/>
          <p:nvPr/>
        </p:nvSpPr>
        <p:spPr>
          <a:xfrm>
            <a:off x="4532376" y="4425696"/>
            <a:ext cx="3124200" cy="713232"/>
          </a:xfrm>
          <a:prstGeom prst="rect">
            <a:avLst/>
          </a:prstGeom>
          <a:noFill/>
          <a:ln/>
        </p:spPr>
        <p:txBody>
          <a:bodyPr wrap="square" lIns="0" tIns="0" rIns="0" bIns="0" rtlCol="0" anchor="t"/>
          <a:lstStyle/>
          <a:p>
            <a:pPr marL="0" indent="0">
              <a:buNone/>
            </a:pPr>
            <a:r>
              <a:rPr lang="id-ID" altLang="en-US" sz="1300" dirty="0">
                <a:solidFill>
                  <a:schemeClr val="tx2"/>
                </a:solidFill>
              </a:rPr>
              <a:t>Kegiatan mana yang mencapai target peserta dan biaya, dan apa tindak lanjutnya?</a:t>
            </a:r>
            <a:endParaRPr lang="id-ID" sz="1300" dirty="0"/>
          </a:p>
        </p:txBody>
      </p:sp>
      <p:sp>
        <p:nvSpPr>
          <p:cNvPr id="46" name="Kartu 6"/>
          <p:cNvSpPr/>
          <p:nvPr/>
        </p:nvSpPr>
        <p:spPr>
          <a:xfrm>
            <a:off x="8022336" y="3575304"/>
            <a:ext cx="3526536" cy="1627632"/>
          </a:xfrm>
          <a:prstGeom prst="roundRect">
            <a:avLst>
              <a:gd name="adj" fmla="val 5365"/>
            </a:avLst>
          </a:prstGeom>
          <a:solidFill>
            <a:schemeClr val="bg1"/>
          </a:solidFill>
          <a:ln w="12700">
            <a:solidFill>
              <a:schemeClr val="accent6"/>
            </a:solidFill>
            <a:prstDash val="solid"/>
          </a:ln>
        </p:spPr>
        <p:txBody>
          <a:bodyPr/>
          <a:lstStyle/>
          <a:p>
            <a:endParaRPr lang="en-US"/>
          </a:p>
        </p:txBody>
      </p:sp>
      <p:sp>
        <p:nvSpPr>
          <p:cNvPr id="47" name="Status 6"/>
          <p:cNvSpPr/>
          <p:nvPr/>
        </p:nvSpPr>
        <p:spPr>
          <a:xfrm>
            <a:off x="8223504" y="3730752"/>
            <a:ext cx="1024128" cy="246888"/>
          </a:xfrm>
          <a:prstGeom prst="roundRect">
            <a:avLst>
              <a:gd name="adj" fmla="val 50000"/>
            </a:avLst>
          </a:prstGeom>
          <a:noFill/>
          <a:ln w="12700">
            <a:solidFill>
              <a:schemeClr val="accent3"/>
            </a:solidFill>
          </a:ln>
        </p:spPr>
        <p:txBody>
          <a:bodyPr wrap="square" lIns="0" tIns="0" rIns="0" bIns="0" rtlCol="0" anchor="ctr"/>
          <a:lstStyle/>
          <a:p>
            <a:pPr marL="0" indent="0" algn="ctr">
              <a:buNone/>
            </a:pPr>
            <a:r>
              <a:rPr lang="id-ID" altLang="en-US" sz="1100" b="1" dirty="0">
                <a:solidFill>
                  <a:schemeClr val="tx1"/>
                </a:solidFill>
              </a:rPr>
              <a:t>Kemungkinan</a:t>
            </a:r>
            <a:endParaRPr lang="id-ID" sz="1400" dirty="0"/>
          </a:p>
        </p:txBody>
      </p:sp>
      <p:sp>
        <p:nvSpPr>
          <p:cNvPr id="48" name="Judul 6"/>
          <p:cNvSpPr txBox="1"/>
          <p:nvPr/>
        </p:nvSpPr>
        <p:spPr>
          <a:xfrm>
            <a:off x="8223504" y="4078224"/>
            <a:ext cx="3124200" cy="310896"/>
          </a:xfrm>
          <a:prstGeom prst="rect">
            <a:avLst/>
          </a:prstGeom>
          <a:noFill/>
          <a:ln/>
        </p:spPr>
        <p:txBody>
          <a:bodyPr wrap="square" lIns="0" tIns="0" rIns="0" bIns="0" rtlCol="0" anchor="t"/>
          <a:lstStyle/>
          <a:p>
            <a:pPr marL="0" indent="0">
              <a:buNone/>
            </a:pPr>
            <a:r>
              <a:rPr lang="id-ID" altLang="en-US" sz="1700" b="1" dirty="0">
                <a:solidFill>
                  <a:schemeClr val="tx1"/>
                </a:solidFill>
              </a:rPr>
              <a:t>Menjangkau lebih luas</a:t>
            </a:r>
            <a:endParaRPr lang="id-ID" sz="1500" dirty="0"/>
          </a:p>
        </p:txBody>
      </p:sp>
      <p:sp>
        <p:nvSpPr>
          <p:cNvPr id="49" name="Isi 6"/>
          <p:cNvSpPr txBox="1"/>
          <p:nvPr/>
        </p:nvSpPr>
        <p:spPr>
          <a:xfrm>
            <a:off x="8223504" y="4425696"/>
            <a:ext cx="3124200" cy="713232"/>
          </a:xfrm>
          <a:prstGeom prst="rect">
            <a:avLst/>
          </a:prstGeom>
          <a:noFill/>
          <a:ln/>
        </p:spPr>
        <p:txBody>
          <a:bodyPr wrap="square" lIns="0" tIns="0" rIns="0" bIns="0" rtlCol="0" anchor="t"/>
          <a:lstStyle/>
          <a:p>
            <a:pPr marL="0" indent="0">
              <a:buNone/>
            </a:pPr>
            <a:r>
              <a:rPr lang="id-ID" altLang="en-US" sz="1300" dirty="0">
                <a:solidFill>
                  <a:schemeClr val="tx2"/>
                </a:solidFill>
              </a:rPr>
              <a:t>Lingkungan mana yang masih jauh dari layanan paroki? </a:t>
            </a:r>
            <a:r>
              <a:rPr lang="en-US" altLang="en-US" sz="1300" dirty="0" err="1">
                <a:solidFill>
                  <a:schemeClr val="tx2"/>
                </a:solidFill>
              </a:rPr>
              <a:t>Pemetaan</a:t>
            </a:r>
            <a:r>
              <a:rPr lang="en-US" altLang="en-US" sz="1300" dirty="0">
                <a:solidFill>
                  <a:schemeClr val="tx2"/>
                </a:solidFill>
              </a:rPr>
              <a:t> yang </a:t>
            </a:r>
            <a:r>
              <a:rPr lang="en-US" altLang="en-US" sz="1300" dirty="0" err="1">
                <a:solidFill>
                  <a:schemeClr val="tx2"/>
                </a:solidFill>
              </a:rPr>
              <a:t>tepat</a:t>
            </a:r>
            <a:r>
              <a:rPr lang="id-ID" altLang="en-US" sz="1300" dirty="0">
                <a:solidFill>
                  <a:schemeClr val="tx2"/>
                </a:solidFill>
              </a:rPr>
              <a:t> membantu kita melihatnya.</a:t>
            </a:r>
            <a:endParaRPr lang="id-ID" sz="1300" dirty="0"/>
          </a:p>
        </p:txBody>
      </p:sp>
      <p:sp>
        <p:nvSpPr>
          <p:cNvPr id="50" name="Kotak pesan"/>
          <p:cNvSpPr/>
          <p:nvPr/>
        </p:nvSpPr>
        <p:spPr>
          <a:xfrm>
            <a:off x="640080" y="5440680"/>
            <a:ext cx="10911535" cy="804672"/>
          </a:xfrm>
          <a:prstGeom prst="roundRect">
            <a:avLst>
              <a:gd name="adj" fmla="val 14118"/>
            </a:avLst>
          </a:prstGeom>
          <a:solidFill>
            <a:schemeClr val="tx1"/>
          </a:solidFill>
          <a:ln w="12700">
            <a:solidFill>
              <a:schemeClr val="tx1"/>
            </a:solidFill>
            <a:prstDash val="solid"/>
          </a:ln>
        </p:spPr>
        <p:txBody>
          <a:bodyPr/>
          <a:lstStyle/>
          <a:p>
            <a:endParaRPr lang="en-US"/>
          </a:p>
        </p:txBody>
      </p:sp>
      <p:sp>
        <p:nvSpPr>
          <p:cNvPr id="51" name="Teks pesan"/>
          <p:cNvSpPr txBox="1"/>
          <p:nvPr/>
        </p:nvSpPr>
        <p:spPr>
          <a:xfrm>
            <a:off x="960120" y="5440680"/>
            <a:ext cx="10271455" cy="804672"/>
          </a:xfrm>
          <a:prstGeom prst="rect">
            <a:avLst/>
          </a:prstGeom>
          <a:noFill/>
          <a:ln/>
        </p:spPr>
        <p:txBody>
          <a:bodyPr wrap="square" lIns="0" tIns="0" rIns="0" bIns="0" rtlCol="0" anchor="ctr"/>
          <a:lstStyle/>
          <a:p>
            <a:pPr marL="0" indent="0">
              <a:buNone/>
            </a:pPr>
            <a:r>
              <a:rPr lang="id-ID" altLang="en-US" sz="1600" dirty="0">
                <a:solidFill>
                  <a:schemeClr val="bg2"/>
                </a:solidFill>
              </a:rPr>
              <a:t>Semua ini mungkin bila kita tahu apa yang ingin kita capai, lalu menata data untuk itu.</a:t>
            </a:r>
            <a:endParaRPr lang="id-ID" sz="1600" dirty="0"/>
          </a:p>
          <a:p>
            <a:pPr marL="0" indent="0">
              <a:buNone/>
            </a:pPr>
            <a:r>
              <a:rPr lang="id-ID" altLang="en-US" sz="1200" dirty="0">
                <a:solidFill>
                  <a:schemeClr val="bg2"/>
                </a:solidFill>
              </a:rPr>
              <a:t>Ada di contoh: sudah diperlihatkan dengan data simulasi. Kemungkinan: belum dibangun, perlu dibahas bersama.</a:t>
            </a:r>
            <a:endParaRPr lang="id-ID" sz="1600" dirty="0"/>
          </a:p>
        </p:txBody>
      </p:sp>
      <p:sp>
        <p:nvSpPr>
          <p:cNvPr id="52" name="Penanda langkah"/>
          <p:cNvSpPr txBox="1"/>
          <p:nvPr/>
        </p:nvSpPr>
        <p:spPr>
          <a:xfrm>
            <a:off x="5669280" y="6355080"/>
            <a:ext cx="5212080" cy="274320"/>
          </a:xfrm>
          <a:prstGeom prst="rect">
            <a:avLst/>
          </a:prstGeom>
          <a:noFill/>
          <a:ln/>
        </p:spPr>
        <p:txBody>
          <a:bodyPr wrap="square" lIns="0" tIns="0" rIns="0" bIns="0" rtlCol="0" anchor="ctr"/>
          <a:lstStyle/>
          <a:p>
            <a:pPr marL="0" indent="0" algn="r">
              <a:buNone/>
            </a:pPr>
            <a:r>
              <a:rPr lang="id-ID" altLang="en-US" sz="1100" dirty="0">
                <a:solidFill>
                  <a:schemeClr val="tx2"/>
                </a:solidFill>
              </a:rPr>
              <a:t>1 Kumpulkan  ·  2 Bagikan  ·  </a:t>
            </a:r>
            <a:r>
              <a:rPr lang="id-ID" altLang="en-US" sz="1100" b="1" dirty="0">
                <a:solidFill>
                  <a:schemeClr val="accent3"/>
                </a:solidFill>
              </a:rPr>
              <a:t>3 Pahami</a:t>
            </a:r>
            <a:endParaRPr lang="id-ID"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MENJAGA KEPERCAYAAN</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Prinsip yang kita pegang</a:t>
            </a:r>
            <a:endParaRPr lang="id-ID" sz="3400" dirty="0"/>
          </a:p>
        </p:txBody>
      </p:sp>
      <p:sp>
        <p:nvSpPr>
          <p:cNvPr id="5" name="Shape 2"/>
          <p:cNvSpPr/>
          <p:nvPr/>
        </p:nvSpPr>
        <p:spPr>
          <a:xfrm>
            <a:off x="640080" y="1874520"/>
            <a:ext cx="2036003" cy="3200400"/>
          </a:xfrm>
          <a:prstGeom prst="roundRect">
            <a:avLst>
              <a:gd name="adj" fmla="val 6737"/>
            </a:avLst>
          </a:prstGeom>
          <a:solidFill>
            <a:schemeClr val="bg1"/>
          </a:solidFill>
          <a:ln w="12700">
            <a:solidFill>
              <a:schemeClr val="accent6"/>
            </a:solidFill>
            <a:prstDash val="solid"/>
          </a:ln>
        </p:spPr>
        <p:txBody>
          <a:bodyPr/>
          <a:lstStyle/>
          <a:p>
            <a:endParaRPr lang="en-US"/>
          </a:p>
        </p:txBody>
      </p:sp>
      <p:pic>
        <p:nvPicPr>
          <p:cNvPr id="6" name="Image 0" descr="Ikon Melayani, bukan menilai"/>
          <p:cNvPicPr>
            <a:picLocks noChangeAspect="1"/>
          </p:cNvPicPr>
          <p:nvPr/>
        </p:nvPicPr>
        <p:blipFill>
          <a:blip r:embed="rId3"/>
          <a:stretch>
            <a:fillRect/>
          </a:stretch>
        </p:blipFill>
        <p:spPr>
          <a:xfrm>
            <a:off x="868680" y="2103120"/>
            <a:ext cx="502920" cy="502920"/>
          </a:xfrm>
          <a:prstGeom prst="rect">
            <a:avLst/>
          </a:prstGeom>
        </p:spPr>
      </p:pic>
      <p:sp>
        <p:nvSpPr>
          <p:cNvPr id="7" name="Text 3"/>
          <p:cNvSpPr txBox="1"/>
          <p:nvPr/>
        </p:nvSpPr>
        <p:spPr>
          <a:xfrm>
            <a:off x="868680" y="2788920"/>
            <a:ext cx="1578803" cy="868680"/>
          </a:xfrm>
          <a:prstGeom prst="rect">
            <a:avLst/>
          </a:prstGeom>
          <a:noFill/>
          <a:ln/>
        </p:spPr>
        <p:txBody>
          <a:bodyPr wrap="square" lIns="0" tIns="0" rIns="0" bIns="0" rtlCol="0" anchor="t"/>
          <a:lstStyle/>
          <a:p>
            <a:pPr marL="0" indent="0">
              <a:buNone/>
            </a:pPr>
            <a:r>
              <a:rPr lang="id-ID" altLang="en-US" sz="1700" b="1" dirty="0">
                <a:solidFill>
                  <a:schemeClr val="tx1"/>
                </a:solidFill>
                <a:latin typeface="Cambria" pitchFamily="34" charset="0"/>
                <a:ea typeface="Cambria" pitchFamily="34" charset="-122"/>
                <a:cs typeface="Cambria" pitchFamily="34" charset="-120"/>
              </a:rPr>
              <a:t>Melayani, bukan menilai</a:t>
            </a:r>
            <a:endParaRPr lang="id-ID" sz="1700" dirty="0"/>
          </a:p>
        </p:txBody>
      </p:sp>
      <p:sp>
        <p:nvSpPr>
          <p:cNvPr id="8" name="Text 4"/>
          <p:cNvSpPr txBox="1"/>
          <p:nvPr/>
        </p:nvSpPr>
        <p:spPr>
          <a:xfrm>
            <a:off x="868680" y="3703320"/>
            <a:ext cx="1578803" cy="1280160"/>
          </a:xfrm>
          <a:prstGeom prst="rect">
            <a:avLst/>
          </a:prstGeom>
          <a:noFill/>
          <a:ln/>
        </p:spPr>
        <p:txBody>
          <a:bodyPr wrap="square" lIns="0" tIns="0" rIns="0" bIns="0" rtlCol="0" anchor="t"/>
          <a:lstStyle/>
          <a:p>
            <a:pPr marL="0" indent="0">
              <a:buNone/>
            </a:pPr>
            <a:r>
              <a:rPr lang="id-ID" altLang="en-US" sz="1400" dirty="0">
                <a:solidFill>
                  <a:schemeClr val="tx2"/>
                </a:solidFill>
              </a:rPr>
              <a:t>Kolekte bukan ukuran iman, dan wilayah tidak diurutkan dari yang terbaik.</a:t>
            </a:r>
            <a:endParaRPr lang="id-ID" sz="1400" dirty="0"/>
          </a:p>
        </p:txBody>
      </p:sp>
      <p:sp>
        <p:nvSpPr>
          <p:cNvPr id="9" name="Shape 5"/>
          <p:cNvSpPr/>
          <p:nvPr/>
        </p:nvSpPr>
        <p:spPr>
          <a:xfrm>
            <a:off x="2858963" y="1874520"/>
            <a:ext cx="2036003" cy="3200400"/>
          </a:xfrm>
          <a:prstGeom prst="roundRect">
            <a:avLst>
              <a:gd name="adj" fmla="val 6737"/>
            </a:avLst>
          </a:prstGeom>
          <a:solidFill>
            <a:schemeClr val="bg1"/>
          </a:solidFill>
          <a:ln w="12700">
            <a:solidFill>
              <a:schemeClr val="accent6"/>
            </a:solidFill>
            <a:prstDash val="solid"/>
          </a:ln>
        </p:spPr>
        <p:txBody>
          <a:bodyPr/>
          <a:lstStyle/>
          <a:p>
            <a:endParaRPr lang="en-US"/>
          </a:p>
        </p:txBody>
      </p:sp>
      <p:pic>
        <p:nvPicPr>
          <p:cNvPr id="10" name="Image 1" descr="Ikon Privasi lebih dulu"/>
          <p:cNvPicPr>
            <a:picLocks noChangeAspect="1"/>
          </p:cNvPicPr>
          <p:nvPr/>
        </p:nvPicPr>
        <p:blipFill>
          <a:blip r:embed="rId4"/>
          <a:stretch>
            <a:fillRect/>
          </a:stretch>
        </p:blipFill>
        <p:spPr>
          <a:xfrm>
            <a:off x="3087563" y="2103120"/>
            <a:ext cx="502920" cy="502920"/>
          </a:xfrm>
          <a:prstGeom prst="rect">
            <a:avLst/>
          </a:prstGeom>
        </p:spPr>
      </p:pic>
      <p:sp>
        <p:nvSpPr>
          <p:cNvPr id="11" name="Text 6"/>
          <p:cNvSpPr txBox="1"/>
          <p:nvPr/>
        </p:nvSpPr>
        <p:spPr>
          <a:xfrm>
            <a:off x="3087563" y="2788920"/>
            <a:ext cx="1578803" cy="868680"/>
          </a:xfrm>
          <a:prstGeom prst="rect">
            <a:avLst/>
          </a:prstGeom>
          <a:noFill/>
          <a:ln/>
        </p:spPr>
        <p:txBody>
          <a:bodyPr wrap="square" lIns="0" tIns="0" rIns="0" bIns="0" rtlCol="0" anchor="t"/>
          <a:lstStyle/>
          <a:p>
            <a:pPr marL="0" indent="0">
              <a:buNone/>
            </a:pPr>
            <a:r>
              <a:rPr lang="id-ID" altLang="en-US" sz="1700" b="1" dirty="0">
                <a:solidFill>
                  <a:schemeClr val="tx1"/>
                </a:solidFill>
                <a:latin typeface="Cambria" pitchFamily="34" charset="0"/>
                <a:ea typeface="Cambria" pitchFamily="34" charset="-122"/>
                <a:cs typeface="Cambria" pitchFamily="34" charset="-120"/>
              </a:rPr>
              <a:t>Privasi lebih dulu</a:t>
            </a:r>
            <a:endParaRPr lang="id-ID" sz="1700" dirty="0"/>
          </a:p>
        </p:txBody>
      </p:sp>
      <p:sp>
        <p:nvSpPr>
          <p:cNvPr id="12" name="Text 7"/>
          <p:cNvSpPr txBox="1"/>
          <p:nvPr/>
        </p:nvSpPr>
        <p:spPr>
          <a:xfrm>
            <a:off x="3087563" y="3703320"/>
            <a:ext cx="1578803" cy="1280160"/>
          </a:xfrm>
          <a:prstGeom prst="rect">
            <a:avLst/>
          </a:prstGeom>
          <a:noFill/>
          <a:ln/>
        </p:spPr>
        <p:txBody>
          <a:bodyPr wrap="square" lIns="0" tIns="0" rIns="0" bIns="0" rtlCol="0" anchor="t"/>
          <a:lstStyle/>
          <a:p>
            <a:pPr marL="0" indent="0">
              <a:buNone/>
            </a:pPr>
            <a:r>
              <a:rPr lang="id-ID" altLang="en-US" sz="1400" dirty="0">
                <a:solidFill>
                  <a:schemeClr val="tx2"/>
                </a:solidFill>
              </a:rPr>
              <a:t>Hanya angka gabungan. Kelompok kecil, 1 sampai 4 orang, disembunyikan.</a:t>
            </a:r>
            <a:endParaRPr lang="id-ID" sz="1400" dirty="0"/>
          </a:p>
        </p:txBody>
      </p:sp>
      <p:sp>
        <p:nvSpPr>
          <p:cNvPr id="13" name="Shape 8"/>
          <p:cNvSpPr/>
          <p:nvPr/>
        </p:nvSpPr>
        <p:spPr>
          <a:xfrm>
            <a:off x="5077846" y="1874520"/>
            <a:ext cx="2036003" cy="3200400"/>
          </a:xfrm>
          <a:prstGeom prst="roundRect">
            <a:avLst>
              <a:gd name="adj" fmla="val 6737"/>
            </a:avLst>
          </a:prstGeom>
          <a:solidFill>
            <a:schemeClr val="bg1"/>
          </a:solidFill>
          <a:ln w="12700">
            <a:solidFill>
              <a:schemeClr val="accent6"/>
            </a:solidFill>
            <a:prstDash val="solid"/>
          </a:ln>
        </p:spPr>
        <p:txBody>
          <a:bodyPr/>
          <a:lstStyle/>
          <a:p>
            <a:endParaRPr lang="en-US"/>
          </a:p>
        </p:txBody>
      </p:sp>
      <p:pic>
        <p:nvPicPr>
          <p:cNvPr id="14" name="Image 2" descr="Ikon Jelas sumbernya"/>
          <p:cNvPicPr>
            <a:picLocks noChangeAspect="1"/>
          </p:cNvPicPr>
          <p:nvPr/>
        </p:nvPicPr>
        <p:blipFill>
          <a:blip r:embed="rId5"/>
          <a:stretch>
            <a:fillRect/>
          </a:stretch>
        </p:blipFill>
        <p:spPr>
          <a:xfrm>
            <a:off x="5306446" y="2103120"/>
            <a:ext cx="502920" cy="502920"/>
          </a:xfrm>
          <a:prstGeom prst="rect">
            <a:avLst/>
          </a:prstGeom>
        </p:spPr>
      </p:pic>
      <p:sp>
        <p:nvSpPr>
          <p:cNvPr id="15" name="Text 9"/>
          <p:cNvSpPr txBox="1"/>
          <p:nvPr/>
        </p:nvSpPr>
        <p:spPr>
          <a:xfrm>
            <a:off x="5306446" y="2788920"/>
            <a:ext cx="1578803" cy="868680"/>
          </a:xfrm>
          <a:prstGeom prst="rect">
            <a:avLst/>
          </a:prstGeom>
          <a:noFill/>
          <a:ln/>
        </p:spPr>
        <p:txBody>
          <a:bodyPr wrap="square" lIns="0" tIns="0" rIns="0" bIns="0" rtlCol="0" anchor="t"/>
          <a:lstStyle/>
          <a:p>
            <a:pPr marL="0" indent="0">
              <a:buNone/>
            </a:pPr>
            <a:r>
              <a:rPr lang="id-ID" altLang="en-US" sz="1700" b="1" dirty="0">
                <a:solidFill>
                  <a:schemeClr val="tx1"/>
                </a:solidFill>
                <a:latin typeface="Cambria" pitchFamily="34" charset="0"/>
                <a:ea typeface="Cambria" pitchFamily="34" charset="-122"/>
                <a:cs typeface="Cambria" pitchFamily="34" charset="-120"/>
              </a:rPr>
              <a:t>Jelas sumbernya</a:t>
            </a:r>
            <a:endParaRPr lang="id-ID" sz="1700" dirty="0"/>
          </a:p>
        </p:txBody>
      </p:sp>
      <p:sp>
        <p:nvSpPr>
          <p:cNvPr id="16" name="Text 10"/>
          <p:cNvSpPr txBox="1"/>
          <p:nvPr/>
        </p:nvSpPr>
        <p:spPr>
          <a:xfrm>
            <a:off x="5306446" y="3703320"/>
            <a:ext cx="1578803" cy="1280160"/>
          </a:xfrm>
          <a:prstGeom prst="rect">
            <a:avLst/>
          </a:prstGeom>
          <a:noFill/>
          <a:ln/>
        </p:spPr>
        <p:txBody>
          <a:bodyPr wrap="square" lIns="0" tIns="0" rIns="0" bIns="0" rtlCol="0" anchor="t"/>
          <a:lstStyle/>
          <a:p>
            <a:pPr marL="0" indent="0">
              <a:buNone/>
            </a:pPr>
            <a:r>
              <a:rPr lang="id-ID" altLang="en-US" sz="1400" dirty="0">
                <a:solidFill>
                  <a:schemeClr val="tx2"/>
                </a:solidFill>
              </a:rPr>
              <a:t>Setiap angka dapat ditelusuri ke catatan asal dan penanggung jawabnya.</a:t>
            </a:r>
            <a:endParaRPr lang="id-ID" sz="1400" dirty="0"/>
          </a:p>
        </p:txBody>
      </p:sp>
      <p:sp>
        <p:nvSpPr>
          <p:cNvPr id="17" name="Shape 11"/>
          <p:cNvSpPr/>
          <p:nvPr/>
        </p:nvSpPr>
        <p:spPr>
          <a:xfrm>
            <a:off x="7296729" y="1874520"/>
            <a:ext cx="2036003" cy="3200400"/>
          </a:xfrm>
          <a:prstGeom prst="roundRect">
            <a:avLst>
              <a:gd name="adj" fmla="val 6737"/>
            </a:avLst>
          </a:prstGeom>
          <a:solidFill>
            <a:schemeClr val="bg1"/>
          </a:solidFill>
          <a:ln w="12700">
            <a:solidFill>
              <a:schemeClr val="accent6"/>
            </a:solidFill>
            <a:prstDash val="solid"/>
          </a:ln>
        </p:spPr>
        <p:txBody>
          <a:bodyPr/>
          <a:lstStyle/>
          <a:p>
            <a:endParaRPr lang="en-US"/>
          </a:p>
        </p:txBody>
      </p:sp>
      <p:pic>
        <p:nvPicPr>
          <p:cNvPr id="18" name="Image 3" descr="Ikon Manusia yang memutuskan"/>
          <p:cNvPicPr>
            <a:picLocks noChangeAspect="1"/>
          </p:cNvPicPr>
          <p:nvPr/>
        </p:nvPicPr>
        <p:blipFill>
          <a:blip r:embed="rId6"/>
          <a:stretch>
            <a:fillRect/>
          </a:stretch>
        </p:blipFill>
        <p:spPr>
          <a:xfrm>
            <a:off x="7525329" y="2103120"/>
            <a:ext cx="502920" cy="502920"/>
          </a:xfrm>
          <a:prstGeom prst="rect">
            <a:avLst/>
          </a:prstGeom>
        </p:spPr>
      </p:pic>
      <p:sp>
        <p:nvSpPr>
          <p:cNvPr id="19" name="Text 12"/>
          <p:cNvSpPr txBox="1"/>
          <p:nvPr/>
        </p:nvSpPr>
        <p:spPr>
          <a:xfrm>
            <a:off x="7525329" y="2788920"/>
            <a:ext cx="1578803" cy="868680"/>
          </a:xfrm>
          <a:prstGeom prst="rect">
            <a:avLst/>
          </a:prstGeom>
          <a:noFill/>
          <a:ln/>
        </p:spPr>
        <p:txBody>
          <a:bodyPr wrap="square" lIns="0" tIns="0" rIns="0" bIns="0" rtlCol="0" anchor="t"/>
          <a:lstStyle/>
          <a:p>
            <a:pPr marL="0" indent="0">
              <a:buNone/>
            </a:pPr>
            <a:r>
              <a:rPr lang="id-ID" altLang="en-US" sz="1700" b="1" dirty="0">
                <a:solidFill>
                  <a:schemeClr val="tx1"/>
                </a:solidFill>
                <a:latin typeface="Cambria" pitchFamily="34" charset="0"/>
                <a:ea typeface="Cambria" pitchFamily="34" charset="-122"/>
                <a:cs typeface="Cambria" pitchFamily="34" charset="-120"/>
              </a:rPr>
              <a:t>Manusia yang memutuskan</a:t>
            </a:r>
            <a:endParaRPr lang="id-ID" sz="1700" dirty="0"/>
          </a:p>
        </p:txBody>
      </p:sp>
      <p:sp>
        <p:nvSpPr>
          <p:cNvPr id="20" name="Text 13"/>
          <p:cNvSpPr txBox="1"/>
          <p:nvPr/>
        </p:nvSpPr>
        <p:spPr>
          <a:xfrm>
            <a:off x="7525329" y="3703320"/>
            <a:ext cx="1578803" cy="1280160"/>
          </a:xfrm>
          <a:prstGeom prst="rect">
            <a:avLst/>
          </a:prstGeom>
          <a:noFill/>
          <a:ln/>
        </p:spPr>
        <p:txBody>
          <a:bodyPr wrap="square" lIns="0" tIns="0" rIns="0" bIns="0" rtlCol="0" anchor="t"/>
          <a:lstStyle/>
          <a:p>
            <a:pPr marL="0" indent="0">
              <a:buNone/>
            </a:pPr>
            <a:r>
              <a:rPr lang="id-ID" altLang="en-US" sz="1400" dirty="0">
                <a:solidFill>
                  <a:schemeClr val="tx2"/>
                </a:solidFill>
              </a:rPr>
              <a:t>Perkiraan hanyalah gambaran. Dewan dan gembala tetap yang memutuskan.</a:t>
            </a:r>
            <a:endParaRPr lang="id-ID" sz="1400" dirty="0"/>
          </a:p>
        </p:txBody>
      </p:sp>
      <p:sp>
        <p:nvSpPr>
          <p:cNvPr id="21" name="Shape 14"/>
          <p:cNvSpPr/>
          <p:nvPr/>
        </p:nvSpPr>
        <p:spPr>
          <a:xfrm>
            <a:off x="9515612" y="1874520"/>
            <a:ext cx="2036003" cy="3200400"/>
          </a:xfrm>
          <a:prstGeom prst="roundRect">
            <a:avLst>
              <a:gd name="adj" fmla="val 6737"/>
            </a:avLst>
          </a:prstGeom>
          <a:solidFill>
            <a:schemeClr val="bg1"/>
          </a:solidFill>
          <a:ln w="12700">
            <a:solidFill>
              <a:schemeClr val="accent6"/>
            </a:solidFill>
            <a:prstDash val="solid"/>
          </a:ln>
        </p:spPr>
        <p:txBody>
          <a:bodyPr/>
          <a:lstStyle/>
          <a:p>
            <a:endParaRPr lang="en-US"/>
          </a:p>
        </p:txBody>
      </p:sp>
      <p:pic>
        <p:nvPicPr>
          <p:cNvPr id="22" name="Image 4" descr="Ikon Mulai kecil"/>
          <p:cNvPicPr>
            <a:picLocks noChangeAspect="1"/>
          </p:cNvPicPr>
          <p:nvPr/>
        </p:nvPicPr>
        <p:blipFill>
          <a:blip r:embed="rId7"/>
          <a:stretch>
            <a:fillRect/>
          </a:stretch>
        </p:blipFill>
        <p:spPr>
          <a:xfrm>
            <a:off x="9744212" y="2103120"/>
            <a:ext cx="502920" cy="502920"/>
          </a:xfrm>
          <a:prstGeom prst="rect">
            <a:avLst/>
          </a:prstGeom>
        </p:spPr>
      </p:pic>
      <p:sp>
        <p:nvSpPr>
          <p:cNvPr id="23" name="Text 15"/>
          <p:cNvSpPr txBox="1"/>
          <p:nvPr/>
        </p:nvSpPr>
        <p:spPr>
          <a:xfrm>
            <a:off x="9744212" y="2788920"/>
            <a:ext cx="1578803" cy="868680"/>
          </a:xfrm>
          <a:prstGeom prst="rect">
            <a:avLst/>
          </a:prstGeom>
          <a:noFill/>
          <a:ln/>
        </p:spPr>
        <p:txBody>
          <a:bodyPr wrap="square" lIns="0" tIns="0" rIns="0" bIns="0" rtlCol="0" anchor="t"/>
          <a:lstStyle/>
          <a:p>
            <a:pPr marL="0" indent="0">
              <a:buNone/>
            </a:pPr>
            <a:r>
              <a:rPr lang="id-ID" altLang="en-US" sz="1700" b="1" dirty="0">
                <a:solidFill>
                  <a:schemeClr val="tx1"/>
                </a:solidFill>
                <a:latin typeface="Cambria" pitchFamily="34" charset="0"/>
                <a:ea typeface="Cambria" pitchFamily="34" charset="-122"/>
                <a:cs typeface="Cambria" pitchFamily="34" charset="-120"/>
              </a:rPr>
              <a:t>Mulai kecil</a:t>
            </a:r>
            <a:endParaRPr lang="id-ID" sz="1700" dirty="0"/>
          </a:p>
        </p:txBody>
      </p:sp>
      <p:sp>
        <p:nvSpPr>
          <p:cNvPr id="24" name="Text 16"/>
          <p:cNvSpPr txBox="1"/>
          <p:nvPr/>
        </p:nvSpPr>
        <p:spPr>
          <a:xfrm>
            <a:off x="9744212" y="3703320"/>
            <a:ext cx="1578803" cy="1280160"/>
          </a:xfrm>
          <a:prstGeom prst="rect">
            <a:avLst/>
          </a:prstGeom>
          <a:noFill/>
          <a:ln/>
        </p:spPr>
        <p:txBody>
          <a:bodyPr wrap="square" lIns="0" tIns="0" rIns="0" bIns="0" rtlCol="0" anchor="t"/>
          <a:lstStyle/>
          <a:p>
            <a:pPr marL="0" indent="0">
              <a:buNone/>
            </a:pPr>
            <a:r>
              <a:rPr lang="id-ID" altLang="en-US" sz="1400" dirty="0">
                <a:solidFill>
                  <a:schemeClr val="tx2"/>
                </a:solidFill>
              </a:rPr>
              <a:t>Bertahap: satu bidang, satu seksi, lalu berkembang.</a:t>
            </a:r>
            <a:endParaRPr lang="id-ID" sz="1400" dirty="0"/>
          </a:p>
        </p:txBody>
      </p:sp>
      <p:sp>
        <p:nvSpPr>
          <p:cNvPr id="25" name="Text 17"/>
          <p:cNvSpPr txBox="1"/>
          <p:nvPr/>
        </p:nvSpPr>
        <p:spPr>
          <a:xfrm>
            <a:off x="640080" y="5349240"/>
            <a:ext cx="10911535" cy="548640"/>
          </a:xfrm>
          <a:prstGeom prst="rect">
            <a:avLst/>
          </a:prstGeom>
          <a:noFill/>
          <a:ln/>
        </p:spPr>
        <p:txBody>
          <a:bodyPr wrap="square" lIns="0" tIns="0" rIns="0" bIns="0" rtlCol="0" anchor="ctr"/>
          <a:lstStyle/>
          <a:p>
            <a:pPr marL="0" indent="0">
              <a:buNone/>
            </a:pPr>
            <a:r>
              <a:rPr lang="id-ID" altLang="en-US" sz="2000" b="1" dirty="0">
                <a:solidFill>
                  <a:schemeClr val="tx1"/>
                </a:solidFill>
              </a:rPr>
              <a:t>Pastoral berbasis data berarti mendengar lebih teliti, bukan menilai.</a:t>
            </a:r>
            <a:endParaRPr lang="id-ID" sz="2000" dirty="0"/>
          </a:p>
        </p:txBody>
      </p:sp>
      <p:sp>
        <p:nvSpPr>
          <p:cNvPr id="2"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640080" y="502920"/>
            <a:ext cx="10911535" cy="320040"/>
          </a:xfrm>
          <a:prstGeom prst="rect">
            <a:avLst/>
          </a:prstGeom>
          <a:noFill/>
          <a:ln/>
        </p:spPr>
        <p:txBody>
          <a:bodyPr wrap="square" lIns="0" tIns="0" rIns="0" bIns="0" rtlCol="0" anchor="t"/>
          <a:lstStyle/>
          <a:p>
            <a:pPr marL="0" indent="0" algn="l">
              <a:buNone/>
            </a:pPr>
            <a:r>
              <a:rPr lang="id-ID" altLang="en-US" sz="1200" b="1" kern="0" spc="200" dirty="0">
                <a:solidFill>
                  <a:schemeClr val="accent3"/>
                </a:solidFill>
              </a:rPr>
              <a:t>LANGKAH BERIKUTNYA</a:t>
            </a:r>
            <a:endParaRPr lang="id-ID" sz="1200" dirty="0"/>
          </a:p>
        </p:txBody>
      </p:sp>
      <p:sp>
        <p:nvSpPr>
          <p:cNvPr id="4" name="Text 0"/>
          <p:cNvSpPr>
            <a:spLocks noGrp="1"/>
          </p:cNvSpPr>
          <p:nvPr>
            <p:ph type="title" idx="101" hasCustomPrompt="1"/>
          </p:nvPr>
        </p:nvSpPr>
        <p:spPr>
          <a:xfrm>
            <a:off x="640080" y="841248"/>
            <a:ext cx="10911535" cy="822960"/>
          </a:xfrm>
          <a:prstGeom prst="rect">
            <a:avLst/>
          </a:prstGeom>
          <a:noFill/>
          <a:ln/>
        </p:spPr>
        <p:txBody>
          <a:bodyPr wrap="square" lIns="0" tIns="0" rIns="0" bIns="0" rtlCol="0" anchor="t"/>
          <a:lstStyle/>
          <a:p>
            <a:pPr marL="0" indent="0" algn="l">
              <a:buNone/>
            </a:pPr>
            <a:r>
              <a:rPr lang="id-ID" altLang="en-US" sz="3400" b="1" dirty="0">
                <a:solidFill>
                  <a:schemeClr val="tx1"/>
                </a:solidFill>
              </a:rPr>
              <a:t>Dari contoh menuju kebutuhan kita</a:t>
            </a:r>
            <a:endParaRPr lang="id-ID" sz="3400" dirty="0"/>
          </a:p>
        </p:txBody>
      </p:sp>
      <p:sp>
        <p:nvSpPr>
          <p:cNvPr id="8" name="Shape 5"/>
          <p:cNvSpPr/>
          <p:nvPr/>
        </p:nvSpPr>
        <p:spPr>
          <a:xfrm>
            <a:off x="3458032" y="1828800"/>
            <a:ext cx="5272888" cy="3611880"/>
          </a:xfrm>
          <a:prstGeom prst="roundRect">
            <a:avLst>
              <a:gd name="adj" fmla="val 3659"/>
            </a:avLst>
          </a:prstGeom>
          <a:solidFill>
            <a:schemeClr val="bg1"/>
          </a:solidFill>
          <a:ln w="25400">
            <a:solidFill>
              <a:schemeClr val="accent2"/>
            </a:solidFill>
            <a:prstDash val="solid"/>
          </a:ln>
        </p:spPr>
        <p:txBody>
          <a:bodyPr/>
          <a:lstStyle/>
          <a:p>
            <a:endParaRPr lang="en-US"/>
          </a:p>
        </p:txBody>
      </p:sp>
      <p:sp>
        <p:nvSpPr>
          <p:cNvPr id="9" name="Text 6"/>
          <p:cNvSpPr txBox="1"/>
          <p:nvPr/>
        </p:nvSpPr>
        <p:spPr>
          <a:xfrm>
            <a:off x="3823792" y="2057400"/>
            <a:ext cx="4541368" cy="777240"/>
          </a:xfrm>
          <a:prstGeom prst="rect">
            <a:avLst/>
          </a:prstGeom>
          <a:noFill/>
          <a:ln/>
        </p:spPr>
        <p:txBody>
          <a:bodyPr wrap="square" lIns="0" tIns="0" rIns="0" bIns="0" rtlCol="0" anchor="t"/>
          <a:lstStyle/>
          <a:p>
            <a:pPr marL="0" indent="0">
              <a:buNone/>
            </a:pPr>
            <a:r>
              <a:rPr lang="id-ID" altLang="en-US" sz="2200" b="1" dirty="0">
                <a:solidFill>
                  <a:schemeClr val="accent3"/>
                </a:solidFill>
                <a:latin typeface="Cambria" pitchFamily="34" charset="0"/>
                <a:ea typeface="Cambria" pitchFamily="34" charset="-122"/>
                <a:cs typeface="Cambria" pitchFamily="34" charset="-120"/>
              </a:rPr>
              <a:t>Yang perlu kita putuskan</a:t>
            </a:r>
            <a:endParaRPr lang="id-ID" sz="2200" dirty="0"/>
          </a:p>
        </p:txBody>
      </p:sp>
      <p:sp>
        <p:nvSpPr>
          <p:cNvPr id="10" name="Text 7"/>
          <p:cNvSpPr txBox="1"/>
          <p:nvPr/>
        </p:nvSpPr>
        <p:spPr>
          <a:xfrm>
            <a:off x="3823792" y="2926080"/>
            <a:ext cx="4541368" cy="2834640"/>
          </a:xfrm>
          <a:prstGeom prst="rect">
            <a:avLst/>
          </a:prstGeom>
          <a:noFill/>
          <a:ln/>
        </p:spPr>
        <p:txBody>
          <a:bodyPr wrap="square" lIns="0" tIns="0" rIns="0" bIns="0" rtlCol="0" anchor="t"/>
          <a:lstStyle/>
          <a:p>
            <a:pPr marL="342900" indent="-342900">
              <a:spcAft>
                <a:spcPts val="800"/>
              </a:spcAft>
              <a:buSzPct val="100000"/>
              <a:buChar char="•"/>
            </a:pPr>
            <a:r>
              <a:rPr lang="id-ID" sz="1500" dirty="0"/>
              <a:t>Apa yang ingin kita capai dan pahami dengan data kita?</a:t>
            </a:r>
          </a:p>
          <a:p>
            <a:pPr marL="342900" indent="-342900">
              <a:spcAft>
                <a:spcPts val="800"/>
              </a:spcAft>
              <a:buSzPct val="100000"/>
              <a:buChar char="•"/>
            </a:pPr>
            <a:r>
              <a:rPr lang="id-ID" altLang="en-US" sz="1500" dirty="0">
                <a:solidFill>
                  <a:schemeClr val="tx1"/>
                </a:solidFill>
              </a:rPr>
              <a:t>Kesepakatan siapa boleh melihat apa</a:t>
            </a:r>
            <a:endParaRPr lang="id-ID" sz="1500" dirty="0"/>
          </a:p>
          <a:p>
            <a:pPr marL="342900" indent="-342900">
              <a:spcAft>
                <a:spcPts val="800"/>
              </a:spcAft>
              <a:buSzPct val="100000"/>
              <a:buChar char="•"/>
            </a:pPr>
            <a:r>
              <a:rPr lang="id-ID" altLang="en-US" sz="1500" dirty="0">
                <a:solidFill>
                  <a:schemeClr val="tx1"/>
                </a:solidFill>
              </a:rPr>
              <a:t>Penanggung jawab data di setiap seksi</a:t>
            </a:r>
            <a:endParaRPr lang="id-ID" sz="1500" dirty="0"/>
          </a:p>
          <a:p>
            <a:pPr marL="342900" indent="-342900">
              <a:spcAft>
                <a:spcPts val="800"/>
              </a:spcAft>
              <a:buSzPct val="100000"/>
              <a:buChar char="•"/>
            </a:pPr>
            <a:r>
              <a:rPr lang="id-ID" altLang="en-US" sz="1500" dirty="0">
                <a:solidFill>
                  <a:schemeClr val="tx1"/>
                </a:solidFill>
              </a:rPr>
              <a:t>Kebijakan privasi dan izin pemakaian data</a:t>
            </a:r>
            <a:endParaRPr lang="id-ID" sz="1500" dirty="0"/>
          </a:p>
          <a:p>
            <a:pPr marL="342900" indent="-342900">
              <a:spcAft>
                <a:spcPts val="800"/>
              </a:spcAft>
              <a:buSzPct val="100000"/>
              <a:buChar char="•"/>
            </a:pPr>
            <a:r>
              <a:rPr lang="id-ID" altLang="en-US" sz="1500" dirty="0">
                <a:solidFill>
                  <a:schemeClr val="tx1"/>
                </a:solidFill>
              </a:rPr>
              <a:t>Pilihan platform dan biaya akhir. Contoh ini memakai Snowflake, tetapi konsepnya dapat dipindahkan ke platform lain</a:t>
            </a:r>
            <a:endParaRPr lang="id-ID" sz="1500" dirty="0"/>
          </a:p>
        </p:txBody>
      </p:sp>
      <p:sp>
        <p:nvSpPr>
          <p:cNvPr id="25" name="Slide Number Placeholder 0"/>
          <p:cNvSpPr>
            <a:spLocks noGrp="1"/>
          </p:cNvSpPr>
          <p:nvPr>
            <p:ph type="sldNum" sz="quarter" idx="4294967295"/>
          </p:nvPr>
        </p:nvSpPr>
        <p:spPr>
          <a:xfrm>
            <a:off x="11000232"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14</a:t>
            </a:fld>
            <a:endParaRPr lang="en-US"/>
          </a:p>
        </p:txBody>
      </p:sp>
      <p:sp>
        <p:nvSpPr>
          <p:cNvPr id="26" name="Pesan penutup"/>
          <p:cNvSpPr txBox="1"/>
          <p:nvPr/>
        </p:nvSpPr>
        <p:spPr>
          <a:xfrm>
            <a:off x="640080" y="5623560"/>
            <a:ext cx="10911535" cy="457200"/>
          </a:xfrm>
          <a:prstGeom prst="rect">
            <a:avLst/>
          </a:prstGeom>
          <a:noFill/>
          <a:ln/>
        </p:spPr>
        <p:txBody>
          <a:bodyPr wrap="square" lIns="0" tIns="0" rIns="0" bIns="0" rtlCol="0" anchor="ctr"/>
          <a:lstStyle/>
          <a:p>
            <a:pPr marL="0" indent="0" algn="ctr">
              <a:buNone/>
            </a:pPr>
            <a:r>
              <a:rPr lang="id-ID" altLang="en-US" sz="1800" b="1" dirty="0">
                <a:solidFill>
                  <a:schemeClr val="tx2"/>
                </a:solidFill>
              </a:rPr>
              <a:t>Bank informasi yang baik dimulai dari tujuan yang jelas, bukan dari data yang banyak.</a:t>
            </a:r>
            <a:endParaRPr lang="id-ID"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822960" y="777240"/>
            <a:ext cx="10515600" cy="320040"/>
          </a:xfrm>
          <a:prstGeom prst="rect">
            <a:avLst/>
          </a:prstGeom>
          <a:noFill/>
          <a:ln/>
        </p:spPr>
        <p:txBody>
          <a:bodyPr wrap="square" lIns="0" tIns="0" rIns="0" bIns="0" rtlCol="0" anchor="t"/>
          <a:lstStyle/>
          <a:p>
            <a:pPr marL="0" indent="0" algn="l">
              <a:buNone/>
            </a:pPr>
            <a:r>
              <a:rPr lang="id-ID" altLang="en-US" sz="1300" b="1" kern="0" spc="300" dirty="0">
                <a:solidFill>
                  <a:schemeClr val="accent4"/>
                </a:solidFill>
              </a:rPr>
              <a:t>PENUTUP</a:t>
            </a:r>
            <a:endParaRPr lang="id-ID" sz="1300" dirty="0"/>
          </a:p>
        </p:txBody>
      </p:sp>
      <p:sp>
        <p:nvSpPr>
          <p:cNvPr id="4" name="Text 0"/>
          <p:cNvSpPr>
            <a:spLocks noGrp="1"/>
          </p:cNvSpPr>
          <p:nvPr>
            <p:ph type="title" idx="101" hasCustomPrompt="1"/>
          </p:nvPr>
        </p:nvSpPr>
        <p:spPr>
          <a:xfrm>
            <a:off x="822960" y="1325880"/>
            <a:ext cx="10515600" cy="2468880"/>
          </a:xfrm>
          <a:prstGeom prst="rect">
            <a:avLst/>
          </a:prstGeom>
          <a:noFill/>
          <a:ln/>
        </p:spPr>
        <p:txBody>
          <a:bodyPr wrap="square" lIns="0" tIns="0" rIns="0" bIns="0" rtlCol="0" anchor="t"/>
          <a:lstStyle/>
          <a:p>
            <a:pPr marL="0" indent="0" algn="l">
              <a:buNone/>
            </a:pPr>
            <a:r>
              <a:rPr lang="id-ID" altLang="en-US" sz="5000" b="1" dirty="0">
                <a:solidFill>
                  <a:schemeClr val="bg2"/>
                </a:solidFill>
              </a:rPr>
              <a:t>Pastoral berbasis data:</a:t>
            </a:r>
            <a:endParaRPr lang="id-ID" sz="5000" dirty="0"/>
          </a:p>
          <a:p>
            <a:pPr marL="0" indent="0" algn="l">
              <a:buNone/>
            </a:pPr>
            <a:r>
              <a:rPr lang="id-ID" altLang="en-US" sz="5000" b="1" dirty="0">
                <a:solidFill>
                  <a:schemeClr val="bg2"/>
                </a:solidFill>
              </a:rPr>
              <a:t>mendengar lebih baik,</a:t>
            </a:r>
            <a:endParaRPr lang="id-ID" sz="5000" dirty="0"/>
          </a:p>
          <a:p>
            <a:pPr marL="0" indent="0" algn="l">
              <a:buNone/>
            </a:pPr>
            <a:r>
              <a:rPr lang="id-ID" altLang="en-US" sz="5000" b="1" dirty="0">
                <a:solidFill>
                  <a:schemeClr val="bg2"/>
                </a:solidFill>
              </a:rPr>
              <a:t>melayani lebih tepat.</a:t>
            </a:r>
            <a:endParaRPr lang="id-ID" sz="5000" dirty="0"/>
          </a:p>
        </p:txBody>
      </p:sp>
    </p:spTree>
  </p:cSld>
  <p:clrMapOvr>
    <a:masterClrMapping/>
  </p:clrMapOvr>
</p:sld>
</file>

<file path=ppt/theme/theme1.xml><?xml version="1.0" encoding="utf-8"?>
<a:theme xmlns:a="http://schemas.openxmlformats.org/drawingml/2006/main" name="Pusat Informasi Paroki">
  <a:themeElements>
    <a:clrScheme name="Pusat Informasi Paroki">
      <a:dk1>
        <a:srgbClr val="1B2B3F"/>
      </a:dk1>
      <a:lt1>
        <a:srgbClr val="FFFDF8"/>
      </a:lt1>
      <a:dk2>
        <a:srgbClr val="4B5868"/>
      </a:dk2>
      <a:lt2>
        <a:srgbClr val="FAF6EE"/>
      </a:lt2>
      <a:accent1>
        <a:srgbClr val="1F6F6B"/>
      </a:accent1>
      <a:accent2>
        <a:srgbClr val="C58F2A"/>
      </a:accent2>
      <a:accent3>
        <a:srgbClr val="8A5A0B"/>
      </a:accent3>
      <a:accent4>
        <a:srgbClr val="E3B558"/>
      </a:accent4>
      <a:accent5>
        <a:srgbClr val="F0E8D8"/>
      </a:accent5>
      <a:accent6>
        <a:srgbClr val="E4D9C2"/>
      </a:accent6>
      <a:hlink>
        <a:srgbClr val="1F6F6B"/>
      </a:hlink>
      <a:folHlink>
        <a:srgbClr val="4B5868"/>
      </a:folHlink>
    </a:clrScheme>
    <a:fontScheme name="Pusat Informasi Parok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15</TotalTime>
  <Words>3028</Words>
  <Application>Microsoft Office PowerPoint</Application>
  <PresentationFormat>Widescreen</PresentationFormat>
  <Paragraphs>227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Pusat Informasi Paroki</vt:lpstr>
      <vt:lpstr>Perjalanan menuju Pastoral Berbasis Data</vt:lpstr>
      <vt:lpstr>Bank informasi?</vt:lpstr>
      <vt:lpstr>Pertanyaan yang sering kita ajukan</vt:lpstr>
      <vt:lpstr>Tiga langkah, satu per satu</vt:lpstr>
      <vt:lpstr>Satu rumah untuk data paroki</vt:lpstr>
      <vt:lpstr>Satu kegiatan, satu cerita yang utuh</vt:lpstr>
      <vt:lpstr>Bagikan yang tepat kepada yang tepat</vt:lpstr>
      <vt:lpstr>Jadwal dan panduan yang mudah dibaca</vt:lpstr>
      <vt:lpstr>Empat hal yang terlihat dari data</vt:lpstr>
      <vt:lpstr>Ringkasannya dalam satu layar</vt:lpstr>
      <vt:lpstr>Data membantu kita bertanya dengan lebih tepat</vt:lpstr>
      <vt:lpstr>Apa saja yang bisa kita capai</vt:lpstr>
      <vt:lpstr>Prinsip yang kita pegang</vt:lpstr>
      <vt:lpstr>Dari contoh menuju kebutuhan kita</vt:lpstr>
      <vt:lpstr>Pastoral berbasis data: mendengar lebih baik, melayani lebih tepat.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Pusat Informasi Paroki: Perjalanan menuju Pastoral Berbasis Data</dc:title>
  <dc:subject>Presentasi untuk Dewan Paroki (contoh dengan data simulasi)</dc:subject>
  <dc:creator>Pusat Informasi Paroki (demo)</dc:creator>
  <cp:lastModifiedBy>Thong, Sintyadi</cp:lastModifiedBy>
  <cp:revision>1</cp:revision>
  <dcterms:created xsi:type="dcterms:W3CDTF">2026-10-23T11:05:49Z</dcterms:created>
  <dcterms:modified xsi:type="dcterms:W3CDTF">2026-10-23T11:51:43Z</dcterms:modified>
</cp:coreProperties>
</file>