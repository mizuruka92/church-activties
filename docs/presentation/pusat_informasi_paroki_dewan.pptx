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embukaan" id="{e74a8aef-42cb-2cec-02e3-eb18e1bce971}">
          <p14:sldIdLst>
            <p14:sldId id="256"/>
            <p14:sldId id="257"/>
            <p14:sldId id="258"/>
          </p14:sldIdLst>
        </p14:section>
        <p14:section name="Langkah 1: Kumpulkan" id="{64938e33-4ed3-bbab-74d5-f03123259824}">
          <p14:sldIdLst>
            <p14:sldId id="259"/>
            <p14:sldId id="260"/>
          </p14:sldIdLst>
        </p14:section>
        <p14:section name="Langkah 2: Bagikan" id="{c3d6641f-218e-03b9-79a8-ed37153c25b8}">
          <p14:sldIdLst>
            <p14:sldId id="261"/>
            <p14:sldId id="262"/>
          </p14:sldIdLst>
        </p14:section>
        <p14:section name="Langkah 3: Pahami" id="{544a731e-89e1-7d1d-b4d5-a127d4909c0f}">
          <p14:sldIdLst>
            <p14:sldId id="263"/>
            <p14:sldId id="264"/>
            <p14:sldId id="265"/>
          </p14:sldIdLst>
        </p14:section>
        <p14:section name="Prinsip dan usulan" id="{697a309a-5c97-a68f-c56d-2d801d562fba}">
          <p14:sldIdLst>
            <p14:sldId id="266"/>
            <p14:sldId id="267"/>
            <p14:sldId id="268"/>
            <p14:sldId id="26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Selamat pagi, Bapak dan Ibu anggota dewan. Hari ini saya ingin mengajak kita melihat sebuah perjalanan kecil, dari catatan paroki yang tersebar menuju pastoral yang berbasis data. Perjalanan ini punya tiga langkah: mengumpulkan data, membagikan informasi yang tepat kepada umat, lalu memahami data itu supaya pelayanan kita lebih tepat. Semua angka yang akan Bapak dan Ibu lihat hari ini adalah data simulasi (fiktif), bukan data nyata paroki kita.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Ini empat pertanyaan yang mungkin akrab bagi kita semua: berapa umat yang hadir di setiap Misa, apakah kolekte cukup menutup biaya kegiatan, kegiatan apa yang akan datang, dan siapa saja umat kita menurut usia. Jawabannya biasanya ada di paroki, tetapi tersebar di buku catatan, lembar kerja, dan ingatan para pengurus. Akibatnya, menjawab satu pertanyaan sederhana bisa memakan waktu, dan jawaban dari dua orang bisa berbeda. Itulah alasan kita ingin memulai perjalanan ini.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Perjalanan ini kita bagi menjadi tiga langkah. Langkah pertama, Kumpulkan: data dari semua bidang paroki disimpan rapi di satu tempat, dalam tabel sederhana yang saling terhubung. Langkah kedua, Bagikan: umat mendapat informasi yang berguna bagi mereka, seperti jadwal, kegiatan, dan panduan layanan. Langkah ketiga, Pahami: data menjadi wawasan yang membantu dewan dan seksi mengambil keputusan. Setiap langkah berguna sendiri, jadi kita tidak perlu menunggu semuanya selesai untuk merasakan manfaatnya. Contoh awal yang akan kita lihat sudah memperlihatkan ketiganya, dengan data simulasi.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Langkah pertama adalah mengumpulkan data. Idenya sederhana: setiap bidang kegiatan paroki punya tabelnya sendiri, seperti lembar kerja yang rapi dan seragam, dan tabel-tabel itu saling terhubung. Dalam contoh ini ada sembilan bidang: jadwal Misa, kehadiran, kolekte, data umat dan keluarga, sumbangan khusus seperti Prapaskah dan Adven, survei, rencana kerja dan anggaran, kegiatan dan laporannya, serta wilayah dan lingkungan. Isinya empat puluh tiga tabel dengan riwayat lebih dari lima tahun, termasuk seribu tujuh ratus tiga puluh empat Misa. Semuanya data simulasi.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Inilah artinya data yang saling terhubung. Ambil satu kegiatan saja: Pelatihan Lektor dan Pemazmur dari Seksi Liturgi. Ada rencana kerja, ada anggaran sebesar satu juta tujuh ratus lima puluh ribu rupiah, ada kegiatannya sendiri pada empat belas Februari dua ribu dua puluh satu dengan target tiga puluh peserta dan dua puluh sembilan yang hadir, dan ada laporan akhirnya dengan biaya terpakai satu juta tujuh ratus empat puluh ribu rupiah. Karena keempatnya terhubung, kita bisa melihatnya bersama dan menelusurinya kapan saja, tanpa mencari di empat tempat berbeda. Kegiatan ini hanya contoh simulasi.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Langkah kedua adalah berbagi. Tidak semua data perlu atau boleh dilihat semua orang. Umat cukup tahu hal-hal yang berguna bagi mereka: jadwal Misa, kegiatan yang akan datang dengan nama, tanggal, dan tempatnya, panduan layanan seperti persyaratan Baptis, Krisma, dan Pernikahan, serta pengumuman. Umat tidak perlu melihat anggaran. Anggaran, kolekte, laporan kegiatan, dan data umat hanya untuk pengurus dan dewan, dan data umat hanya bagi yang berwenang. Karena itu setiap data diberi tingkat kerahasiaan: Publik, Internal, Terbatas, dan Sangat Terbatas.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Ini dua contoh dari halaman yang sudah kita buat, dengan data simulasi. Di kiri, jadwal Misa lengkap dengan hari, jam, tempat, dan bahasanya. Di kanan, panduan layanan: Baptis Dewasa dengan daftar persyaratan dan langkah-langkahnya, yang juga bisa diunduh sebagai PDF untuk dicetak. Ada enam panduan contoh: Baptis Dewasa, Baptis Batuta, Krisma, Pernikahan, Pendaftaran Lingkungan, dan Pelayanan Kematian. Perlu saya jelaskan bahwa halaman kegiatan di contoh kita adalah tampilan pengurus dan memuat anggaran. Untuk umat, kita akan menampilkan jadwalnya saja: nama, tanggal, dan tempat. Panduan ini hanya contoh untuk demonstrasi, bukan ketentuan resmi.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Inilah langkah ketiga, mengubah data menjadi wawasan. Dengan data simulasi, ada empat hal yang langsung terlihat. Pertama, pengeluaran program naik tiga koma enam kali lipat, dari sekitar lima puluh lima juta rupiah pada tahun dua ribu dua puluh satu menjadi sekitar seratus sembilan puluh tujuh juta pada dua ribu dua puluh lima, sementara kolekte relatif datar. Kedua, sumbangan Adven yang menutup biaya Natal turun dari seratus tujuh belas persen menjadi enam puluh enam persen, sedangkan sumbangan Prapaskah masih menutup biaya Paskah. Ketiga, sepuluh peristiwa luar biasa seperti hujan deras dan kabut asap membuat sekitar enam puluh dua juta rupiah kolekte tidak diterima, dan perkiraan kolekte meleset jauh bila ada peristiwa. Keempat, hanya tiga puluh tujuh umat berusia dua puluh sampai dua puluh sembilan tahun. Semua ini angka simulasi untuk memperlihatkan jenis pertanyaan yang bisa dijawab. Garis tren hanya gambaran, bukan ramalan.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Beginilah tampilan dasbor contoh kita. Di kiri, halaman Ringkasan: angka pokok kolekte dan pengeluaran program, serta grafik yang memperlihatkan arah tren. Di kanan, halaman Demografi umat, dengan piramida usia dan jenis kelamin. Halaman ini hanya memuat angka gabungan: tidak ada nama, dan kelompok yang terlalu kecil disembunyikan agar tidak ada orang yang bisa dikenali. Seluruhnya ada dua belas halaman berbahasa Indonesia, dan tersedia juga sebagai satu berkas yang bisa dibuka tanpa memasang apa pun, misalnya bila akun percobaan berakhir.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 sinilah data bertemu dengan pelayanan. Data tidak memberi jawaban, tetapi membantu kita mengajukan pertanyaan yang lebih tepat. Pengeluaran program naik lebih cepat daripada kolekte: pertanyaan pastoralnya, program mana yang paling berbuah dan perlu dipertahankan. Sumbangan Adven menutup makin sedikit biaya Natal: bagaimana mengajak umat terlibat lebih awal. Sedikit umat berusia dua puluh sampai dua puluh sembilan tahun: apa yang dibutuhkan orang muda dari paroki, dan kita bisa mendengarkannya lewat survei. Ini contoh saja. Dewan dan gembala tetap yang memutuskan; data membantu kita mendengar dengan lebih teliti.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Sebelum melangkah lebih jauh, ada lima prinsip yang kita pegang. Pertama, melayani bukan menilai: kolekte bukan ukuran iman, dan kita tidak mengurutkan wilayah atau lingkungan dari yang terbaik. Kedua, privasi lebih dulu: hanya angka gabungan yang ditampilkan, dan kelompok yang hanya berisi satu sampai empat orang disembunyikan. Ketiga, jelas sumbernya: setiap angka dapat ditelusuri ke catatan asal dan penanggung jawabnya. Keempat, manusia yang memutuskan: perkiraan hanyalah gambaran, dan dewan serta gembala tetap yang memutuskan. Kelima, mulai kecil dan bertahap. Pastoral berbasis data berarti mendengar lebih teliti, bukan menilai umat.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Supaya jelas, inilah posisi kita sekarang. Yang sudah ada adalah contoh awal: dasbor berbahasa Indonesia dengan dua belas halaman, versi satu berkas yang bisa dibuka tanpa instalasi, seratus tiga puluh delapan dokumen PDF contoh, dan semuanya sudah dicoba berjalan di akun percobaan Snowflake. Semua ini memakai data simulasi. Yang belum ada adalah hal-hal yang memang perlu diputuskan bersama: data nyata paroki, kesepakatan siapa boleh melihat apa, penanggung jawab data di setiap seksi, kebijakan privasi dan izin pemakaian data, serta pilihan platform dan biayanya. Contoh ini memakai Snowflake karena akun percobaannya memudahkan, tetapi konsepnya tidak terikat pada satu produk.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Usulan kami sederhana dan mengikuti tiga langkah tadi. Untuk langkah Kumpulkan: pilih dua sampai tiga bidang data nyata untuk dimulai, misalnya jadwal Misa, kehadiran, dan kegiatan, dan tunjuk satu koordinator data. Untuk langkah Bagikan: mulai membagikan jadwal kegiatan dan panduan layanan kepada umat, tanpa anggaran. Untuk langkah Pahami: siapkan ringkasan berkala bagi dewan tentang kolekte, anggaran, dan susunan umat, dengan aturan privasi yang jelas. Yang kami mohon dari dewan ada tiga hal: menyetujui arah perjalanan ini, menunjuk koordinator data dan seksi untuk percobaan, dan menyepakati prinsip privasi tentang siapa boleh melihat apa. Soal waktu dan biaya, kita tentukan bersama setelah dewan sepakat; belum ada angka yang kami usulkan hari ini.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Sebagai penutup: perjalanan ini dimulai dari hal yang sederhana, yaitu mengumpulkan data dengan rapi, membagikan yang tepat kepada umat, lalu memahaminya supaya pelayanan kita lebih tepat. Pastoral berbasis data bukan tentang menilai umat, melainkan tentang mendengar lebih baik dan melayani lebih tepat. Terima kasih atas perhatian Bapak dan Ibu. Kami sangat menantikan pertanyaan dan masukan dari dewan.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ERANG">
    <p:bg>
      <p:bgPr>
        <a:solidFill>
          <a:srgbClr val="FAF6EE"/>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40080" y="502920"/>
            <a:ext cx="10911535" cy="320040"/>
          </a:xfrm>
          <a:prstGeom prst="rect">
            <a:avLst/>
          </a:prstGeom>
          <a:noFill/>
          <a:ln/>
        </p:spPr>
        <p:txBody>
          <a:bodyPr wrap="square" rtlCol="0"/>
          <a:lstStyle>
            <a:lvl1pPr algn="l" indent="0" marL="0">
              <a:buNone/>
              <a:defRPr lang="id-ID" altLang="en-US" sz="1200" b="1" spc="200" kern="0" dirty="0">
                <a:solidFill>
                  <a:schemeClr val="accent3"/>
                </a:solidFill>
              </a:defRPr>
            </a:lvl1pPr>
          </a:lstStyle>
          <a:p>
            <a:pPr algn="l" indent="0" marL="0">
              <a:buNone/>
            </a:pPr>
            <a:endParaRPr lang="id-ID" sz="1200" dirty="0"/>
          </a:p>
        </p:txBody>
      </p:sp>
      <p:sp>
        <p:nvSpPr>
          <p:cNvPr id="3" name="Text 0"/>
          <p:cNvSpPr/>
          <p:nvPr>
            <p:ph idx="101" type="title" hasCustomPrompt="1"/>
          </p:nvPr>
        </p:nvSpPr>
        <p:spPr>
          <a:xfrm>
            <a:off x="640080" y="841248"/>
            <a:ext cx="10911535" cy="822960"/>
          </a:xfrm>
          <a:prstGeom prst="rect">
            <a:avLst/>
          </a:prstGeom>
          <a:noFill/>
          <a:ln/>
        </p:spPr>
        <p:txBody>
          <a:bodyPr wrap="square" rtlCol="0"/>
          <a:lstStyle>
            <a:lvl1pPr algn="l" indent="0" marL="0">
              <a:buNone/>
              <a:defRPr lang="id-ID" altLang="en-US" sz="3400" b="1" dirty="0">
                <a:solidFill>
                  <a:schemeClr val="tx1"/>
                </a:solidFill>
              </a:defRPr>
            </a:lvl1pPr>
          </a:lstStyle>
          <a:p>
            <a:pPr algn="l" indent="0" marL="0">
              <a:buNone/>
            </a:pPr>
            <a:endParaRPr lang="id-ID" sz="3400" dirty="0"/>
          </a:p>
        </p:txBody>
      </p:sp>
      <p:sp>
        <p:nvSpPr>
          <p:cNvPr id="4" name="Text 0"/>
          <p:cNvSpPr/>
          <p:nvPr/>
        </p:nvSpPr>
        <p:spPr>
          <a:xfrm>
            <a:off x="640080" y="6355080"/>
            <a:ext cx="4206240" cy="274320"/>
          </a:xfrm>
          <a:prstGeom prst="rect">
            <a:avLst/>
          </a:prstGeom>
          <a:noFill/>
          <a:ln/>
        </p:spPr>
        <p:txBody>
          <a:bodyPr wrap="square" lIns="0" tIns="0" rIns="0" bIns="0" rtlCol="0" anchor="ctr"/>
          <a:lstStyle/>
          <a:p>
            <a:pPr indent="0" marL="0">
              <a:buNone/>
            </a:pPr>
            <a:r>
              <a:rPr lang="id-ID" altLang="en-US" sz="1100" dirty="0">
                <a:solidFill>
                  <a:schemeClr val="tx2"/>
                </a:solidFill>
              </a:rPr>
              <a:t>Contoh dengan data simulasi (fiktif)</a:t>
            </a:r>
            <a:endParaRPr lang="id-ID" sz="1100" dirty="0"/>
          </a:p>
        </p:txBody>
      </p:sp>
      <p:sp>
        <p:nvSpPr>
          <p:cNvPr id="25" name="Slide Number Placeholder 0"/>
          <p:cNvSpPr>
            <a:spLocks noGrp="1"/>
          </p:cNvSpPr>
          <p:nvPr>
            <p:ph type="sldNum" sz="quarter" idx="4294967295"/>
          </p:nvPr>
        </p:nvSpPr>
        <p:spPr>
          <a:xfrm>
            <a:off x="11000232"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tx2"/>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PASIR">
    <p:bg>
      <p:bgPr>
        <a:solidFill>
          <a:srgbClr val="F0E8D8"/>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40080" y="502920"/>
            <a:ext cx="10911535" cy="320040"/>
          </a:xfrm>
          <a:prstGeom prst="rect">
            <a:avLst/>
          </a:prstGeom>
          <a:noFill/>
          <a:ln/>
        </p:spPr>
        <p:txBody>
          <a:bodyPr wrap="square" rtlCol="0"/>
          <a:lstStyle>
            <a:lvl1pPr algn="l" indent="0" marL="0">
              <a:buNone/>
              <a:defRPr lang="id-ID" altLang="en-US" sz="1200" b="1" spc="200" kern="0" dirty="0">
                <a:solidFill>
                  <a:schemeClr val="accent3"/>
                </a:solidFill>
              </a:defRPr>
            </a:lvl1pPr>
          </a:lstStyle>
          <a:p>
            <a:pPr algn="l" indent="0" marL="0">
              <a:buNone/>
            </a:pPr>
            <a:endParaRPr lang="id-ID" sz="1200" dirty="0"/>
          </a:p>
        </p:txBody>
      </p:sp>
      <p:sp>
        <p:nvSpPr>
          <p:cNvPr id="3" name="Text 0"/>
          <p:cNvSpPr/>
          <p:nvPr>
            <p:ph idx="101" type="title" hasCustomPrompt="1"/>
          </p:nvPr>
        </p:nvSpPr>
        <p:spPr>
          <a:xfrm>
            <a:off x="640080" y="841248"/>
            <a:ext cx="10911535" cy="822960"/>
          </a:xfrm>
          <a:prstGeom prst="rect">
            <a:avLst/>
          </a:prstGeom>
          <a:noFill/>
          <a:ln/>
        </p:spPr>
        <p:txBody>
          <a:bodyPr wrap="square" rtlCol="0"/>
          <a:lstStyle>
            <a:lvl1pPr algn="l" indent="0" marL="0">
              <a:buNone/>
              <a:defRPr lang="id-ID" altLang="en-US" sz="3400" b="1" dirty="0">
                <a:solidFill>
                  <a:schemeClr val="tx1"/>
                </a:solidFill>
              </a:defRPr>
            </a:lvl1pPr>
          </a:lstStyle>
          <a:p>
            <a:pPr algn="l" indent="0" marL="0">
              <a:buNone/>
            </a:pPr>
            <a:endParaRPr lang="id-ID" sz="3400" dirty="0"/>
          </a:p>
        </p:txBody>
      </p:sp>
      <p:sp>
        <p:nvSpPr>
          <p:cNvPr id="4" name="Text 0"/>
          <p:cNvSpPr/>
          <p:nvPr/>
        </p:nvSpPr>
        <p:spPr>
          <a:xfrm>
            <a:off x="640080" y="6355080"/>
            <a:ext cx="4206240" cy="274320"/>
          </a:xfrm>
          <a:prstGeom prst="rect">
            <a:avLst/>
          </a:prstGeom>
          <a:noFill/>
          <a:ln/>
        </p:spPr>
        <p:txBody>
          <a:bodyPr wrap="square" lIns="0" tIns="0" rIns="0" bIns="0" rtlCol="0" anchor="ctr"/>
          <a:lstStyle/>
          <a:p>
            <a:pPr indent="0" marL="0">
              <a:buNone/>
            </a:pPr>
            <a:r>
              <a:rPr lang="id-ID" altLang="en-US" sz="1100" dirty="0">
                <a:solidFill>
                  <a:schemeClr val="tx2"/>
                </a:solidFill>
              </a:rPr>
              <a:t>Contoh dengan data simulasi (fiktif)</a:t>
            </a:r>
            <a:endParaRPr lang="id-ID" sz="1100" dirty="0"/>
          </a:p>
        </p:txBody>
      </p:sp>
      <p:sp>
        <p:nvSpPr>
          <p:cNvPr id="25" name="Slide Number Placeholder 0"/>
          <p:cNvSpPr>
            <a:spLocks noGrp="1"/>
          </p:cNvSpPr>
          <p:nvPr>
            <p:ph type="sldNum" sz="quarter" idx="4294967295"/>
          </p:nvPr>
        </p:nvSpPr>
        <p:spPr>
          <a:xfrm>
            <a:off x="11000232"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tx2"/>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GELAP">
    <p:bg>
      <p:bgPr>
        <a:solidFill>
          <a:srgbClr val="1B2B3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822960" y="777240"/>
            <a:ext cx="10515600" cy="320040"/>
          </a:xfrm>
          <a:prstGeom prst="rect">
            <a:avLst/>
          </a:prstGeom>
          <a:noFill/>
          <a:ln/>
        </p:spPr>
        <p:txBody>
          <a:bodyPr wrap="square" rtlCol="0"/>
          <a:lstStyle>
            <a:lvl1pPr algn="l" indent="0" marL="0">
              <a:buNone/>
              <a:defRPr lang="id-ID" altLang="en-US" sz="1300" b="1" spc="300" kern="0" dirty="0">
                <a:solidFill>
                  <a:schemeClr val="accent4"/>
                </a:solidFill>
              </a:defRPr>
            </a:lvl1pPr>
          </a:lstStyle>
          <a:p>
            <a:pPr algn="l" indent="0" marL="0">
              <a:buNone/>
            </a:pPr>
            <a:endParaRPr lang="id-ID" sz="1300" dirty="0"/>
          </a:p>
        </p:txBody>
      </p:sp>
      <p:sp>
        <p:nvSpPr>
          <p:cNvPr id="3" name="Text 0"/>
          <p:cNvSpPr/>
          <p:nvPr>
            <p:ph idx="101" type="title" hasCustomPrompt="1"/>
          </p:nvPr>
        </p:nvSpPr>
        <p:spPr>
          <a:xfrm>
            <a:off x="822960" y="1325880"/>
            <a:ext cx="10515600" cy="2468880"/>
          </a:xfrm>
          <a:prstGeom prst="rect">
            <a:avLst/>
          </a:prstGeom>
          <a:noFill/>
          <a:ln/>
        </p:spPr>
        <p:txBody>
          <a:bodyPr wrap="square" rtlCol="0"/>
          <a:lstStyle>
            <a:lvl1pPr algn="l" indent="0" marL="0">
              <a:buNone/>
              <a:defRPr lang="id-ID" altLang="en-US" sz="5000" b="1" dirty="0">
                <a:solidFill>
                  <a:schemeClr val="bg2"/>
                </a:solidFill>
              </a:defRPr>
            </a:lvl1pPr>
          </a:lstStyle>
          <a:p>
            <a:pPr algn="l" indent="0" marL="0">
              <a:buNone/>
            </a:pPr>
            <a:endParaRPr lang="id-ID" sz="5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0232"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tx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2.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image" Target="../media/image-4-8.png"/><Relationship Id="rId9" Type="http://schemas.openxmlformats.org/officeDocument/2006/relationships/image" Target="../media/image-4-9.png"/><Relationship Id="rId10" Type="http://schemas.openxmlformats.org/officeDocument/2006/relationships/slideLayout" Target="../slideLayouts/slideLayout2.xml"/><Relationship Id="rId11"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3.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3.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slideLayout" Target="../slideLayouts/slideLayout3.xml"/><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Text 0"/>
          <p:cNvSpPr/>
          <p:nvPr>
            <p:ph idx="100" type="body" hasCustomPrompt="1"/>
          </p:nvPr>
        </p:nvSpPr>
        <p:spPr>
          <a:xfrm>
            <a:off x="822960" y="777240"/>
            <a:ext cx="10515600" cy="320040"/>
          </a:xfrm>
          <a:prstGeom prst="rect">
            <a:avLst/>
          </a:prstGeom>
          <a:noFill/>
          <a:ln/>
        </p:spPr>
        <p:txBody>
          <a:bodyPr wrap="square" lIns="0" tIns="0" rIns="0" bIns="0" rtlCol="0" anchor="t"/>
          <a:lstStyle/>
          <a:p>
            <a:pPr algn="l" indent="0" marL="0">
              <a:buNone/>
            </a:pPr>
            <a:r>
              <a:rPr lang="id-ID" altLang="en-US" sz="1300" b="1" spc="300" kern="0" dirty="0">
                <a:solidFill>
                  <a:schemeClr val="accent4"/>
                </a:solidFill>
              </a:rPr>
              <a:t>DEWAN PAROKI · USULAN AWAL · CONTOH DENGAN DATA SIMULASI</a:t>
            </a:r>
            <a:endParaRPr lang="id-ID" sz="1300" dirty="0"/>
          </a:p>
        </p:txBody>
      </p:sp>
      <p:sp>
        <p:nvSpPr>
          <p:cNvPr id="4" name="Text 0"/>
          <p:cNvSpPr/>
          <p:nvPr>
            <p:ph idx="101" type="title" hasCustomPrompt="1"/>
          </p:nvPr>
        </p:nvSpPr>
        <p:spPr>
          <a:xfrm>
            <a:off x="822960" y="1325880"/>
            <a:ext cx="10515600" cy="2468880"/>
          </a:xfrm>
          <a:prstGeom prst="rect">
            <a:avLst/>
          </a:prstGeom>
          <a:noFill/>
          <a:ln/>
        </p:spPr>
        <p:txBody>
          <a:bodyPr wrap="square" lIns="0" tIns="0" rIns="0" bIns="0" rtlCol="0" anchor="t"/>
          <a:lstStyle/>
          <a:p>
            <a:pPr algn="l" indent="0" marL="0">
              <a:buNone/>
            </a:pPr>
            <a:r>
              <a:rPr lang="id-ID" altLang="en-US" sz="5000" b="1" dirty="0">
                <a:solidFill>
                  <a:schemeClr val="bg2"/>
                </a:solidFill>
              </a:rPr>
              <a:t>Perjalanan menuju</a:t>
            </a:r>
            <a:endParaRPr lang="id-ID" sz="5000" dirty="0"/>
          </a:p>
          <a:p>
            <a:pPr algn="l" indent="0" marL="0">
              <a:buNone/>
            </a:pPr>
            <a:r>
              <a:rPr lang="id-ID" altLang="en-US" sz="5000" b="1" dirty="0">
                <a:solidFill>
                  <a:schemeClr val="bg2"/>
                </a:solidFill>
              </a:rPr>
              <a:t>Pastoral Berbasis Data</a:t>
            </a:r>
            <a:endParaRPr lang="id-ID" sz="5000" dirty="0"/>
          </a:p>
        </p:txBody>
      </p:sp>
      <p:sp>
        <p:nvSpPr>
          <p:cNvPr id="5" name="Text 2"/>
          <p:cNvSpPr txBox="1"/>
          <p:nvPr/>
        </p:nvSpPr>
        <p:spPr>
          <a:xfrm>
            <a:off x="822960" y="3200400"/>
            <a:ext cx="9875520" cy="822960"/>
          </a:xfrm>
          <a:prstGeom prst="rect">
            <a:avLst/>
          </a:prstGeom>
          <a:noFill/>
          <a:ln/>
        </p:spPr>
        <p:txBody>
          <a:bodyPr wrap="square" lIns="0" tIns="0" rIns="0" bIns="0" rtlCol="0" anchor="t"/>
          <a:lstStyle/>
          <a:p>
            <a:pPr indent="0" marL="0">
              <a:buNone/>
            </a:pPr>
            <a:r>
              <a:rPr lang="id-ID" altLang="en-US" sz="2000" dirty="0">
                <a:solidFill>
                  <a:schemeClr val="accent6"/>
                </a:solidFill>
              </a:rPr>
              <a:t>Pusat Informasi Paroki: dari catatan yang tersebar menjadi pelayanan yang lebih tepat</a:t>
            </a:r>
            <a:endParaRPr lang="id-ID" sz="2000" dirty="0"/>
          </a:p>
        </p:txBody>
      </p:sp>
      <p:sp>
        <p:nvSpPr>
          <p:cNvPr id="6" name="Shape 3"/>
          <p:cNvSpPr/>
          <p:nvPr/>
        </p:nvSpPr>
        <p:spPr>
          <a:xfrm>
            <a:off x="1651406" y="5157216"/>
            <a:ext cx="8889797" cy="0"/>
          </a:xfrm>
          <a:prstGeom prst="line">
            <a:avLst/>
          </a:prstGeom>
          <a:noFill/>
          <a:ln w="31750">
            <a:solidFill>
              <a:schemeClr val="accent2"/>
            </a:solidFill>
            <a:prstDash val="solid"/>
          </a:ln>
        </p:spPr>
      </p:sp>
      <p:sp>
        <p:nvSpPr>
          <p:cNvPr id="7" name="Text 4"/>
          <p:cNvSpPr/>
          <p:nvPr/>
        </p:nvSpPr>
        <p:spPr>
          <a:xfrm>
            <a:off x="1404518" y="4910328"/>
            <a:ext cx="493776" cy="493776"/>
          </a:xfrm>
          <a:prstGeom prst="ellipse">
            <a:avLst/>
          </a:prstGeom>
          <a:solidFill>
            <a:schemeClr val="accent2"/>
          </a:solidFill>
          <a:ln>
            <a:solidFill>
              <a:schemeClr val="accent2"/>
            </a:solidFill>
          </a:ln>
        </p:spPr>
        <p:txBody>
          <a:bodyPr wrap="square" lIns="0" tIns="0" rIns="0" bIns="0" rtlCol="0" anchor="ctr"/>
          <a:lstStyle/>
          <a:p>
            <a:pPr algn="ctr" indent="0" marL="0">
              <a:buNone/>
            </a:pPr>
            <a:r>
              <a:rPr lang="id-ID" altLang="en-US" sz="2000" b="1" dirty="0">
                <a:solidFill>
                  <a:schemeClr val="tx1"/>
                </a:solidFill>
              </a:rPr>
              <a:t>1</a:t>
            </a:r>
            <a:endParaRPr lang="id-ID" sz="2000" dirty="0"/>
          </a:p>
        </p:txBody>
      </p:sp>
      <p:sp>
        <p:nvSpPr>
          <p:cNvPr id="8" name="Text 5"/>
          <p:cNvSpPr txBox="1"/>
          <p:nvPr/>
        </p:nvSpPr>
        <p:spPr>
          <a:xfrm>
            <a:off x="371246" y="5532120"/>
            <a:ext cx="2560320" cy="457200"/>
          </a:xfrm>
          <a:prstGeom prst="rect">
            <a:avLst/>
          </a:prstGeom>
          <a:noFill/>
          <a:ln/>
        </p:spPr>
        <p:txBody>
          <a:bodyPr wrap="square" lIns="0" tIns="0" rIns="0" bIns="0" rtlCol="0" anchor="ctr"/>
          <a:lstStyle/>
          <a:p>
            <a:pPr algn="ctr" indent="0" marL="0">
              <a:buNone/>
            </a:pPr>
            <a:r>
              <a:rPr lang="id-ID" altLang="en-US" sz="2000" b="1" dirty="0">
                <a:solidFill>
                  <a:schemeClr val="bg2"/>
                </a:solidFill>
              </a:rPr>
              <a:t>Kumpulkan</a:t>
            </a:r>
            <a:endParaRPr lang="id-ID" sz="2000" dirty="0"/>
          </a:p>
        </p:txBody>
      </p:sp>
      <p:sp>
        <p:nvSpPr>
          <p:cNvPr id="9" name="Text 6"/>
          <p:cNvSpPr/>
          <p:nvPr/>
        </p:nvSpPr>
        <p:spPr>
          <a:xfrm>
            <a:off x="5849417" y="4910328"/>
            <a:ext cx="493776" cy="493776"/>
          </a:xfrm>
          <a:prstGeom prst="ellipse">
            <a:avLst/>
          </a:prstGeom>
          <a:solidFill>
            <a:schemeClr val="accent2"/>
          </a:solidFill>
          <a:ln>
            <a:solidFill>
              <a:schemeClr val="accent2"/>
            </a:solidFill>
          </a:ln>
        </p:spPr>
        <p:txBody>
          <a:bodyPr wrap="square" lIns="0" tIns="0" rIns="0" bIns="0" rtlCol="0" anchor="ctr"/>
          <a:lstStyle/>
          <a:p>
            <a:pPr algn="ctr" indent="0" marL="0">
              <a:buNone/>
            </a:pPr>
            <a:r>
              <a:rPr lang="id-ID" altLang="en-US" sz="2000" b="1" dirty="0">
                <a:solidFill>
                  <a:schemeClr val="tx1"/>
                </a:solidFill>
              </a:rPr>
              <a:t>2</a:t>
            </a:r>
            <a:endParaRPr lang="id-ID" sz="2000" dirty="0"/>
          </a:p>
        </p:txBody>
      </p:sp>
      <p:sp>
        <p:nvSpPr>
          <p:cNvPr id="10" name="Text 7"/>
          <p:cNvSpPr txBox="1"/>
          <p:nvPr/>
        </p:nvSpPr>
        <p:spPr>
          <a:xfrm>
            <a:off x="4816145" y="5532120"/>
            <a:ext cx="2560320" cy="457200"/>
          </a:xfrm>
          <a:prstGeom prst="rect">
            <a:avLst/>
          </a:prstGeom>
          <a:noFill/>
          <a:ln/>
        </p:spPr>
        <p:txBody>
          <a:bodyPr wrap="square" lIns="0" tIns="0" rIns="0" bIns="0" rtlCol="0" anchor="ctr"/>
          <a:lstStyle/>
          <a:p>
            <a:pPr algn="ctr" indent="0" marL="0">
              <a:buNone/>
            </a:pPr>
            <a:r>
              <a:rPr lang="id-ID" altLang="en-US" sz="2000" b="1" dirty="0">
                <a:solidFill>
                  <a:schemeClr val="bg2"/>
                </a:solidFill>
              </a:rPr>
              <a:t>Bagikan</a:t>
            </a:r>
            <a:endParaRPr lang="id-ID" sz="2000" dirty="0"/>
          </a:p>
        </p:txBody>
      </p:sp>
      <p:sp>
        <p:nvSpPr>
          <p:cNvPr id="11" name="Text 8"/>
          <p:cNvSpPr/>
          <p:nvPr/>
        </p:nvSpPr>
        <p:spPr>
          <a:xfrm>
            <a:off x="10294315" y="4910328"/>
            <a:ext cx="493776" cy="493776"/>
          </a:xfrm>
          <a:prstGeom prst="ellipse">
            <a:avLst/>
          </a:prstGeom>
          <a:solidFill>
            <a:schemeClr val="accent2"/>
          </a:solidFill>
          <a:ln>
            <a:solidFill>
              <a:schemeClr val="accent2"/>
            </a:solidFill>
          </a:ln>
        </p:spPr>
        <p:txBody>
          <a:bodyPr wrap="square" lIns="0" tIns="0" rIns="0" bIns="0" rtlCol="0" anchor="ctr"/>
          <a:lstStyle/>
          <a:p>
            <a:pPr algn="ctr" indent="0" marL="0">
              <a:buNone/>
            </a:pPr>
            <a:r>
              <a:rPr lang="id-ID" altLang="en-US" sz="2000" b="1" dirty="0">
                <a:solidFill>
                  <a:schemeClr val="tx1"/>
                </a:solidFill>
              </a:rPr>
              <a:t>3</a:t>
            </a:r>
            <a:endParaRPr lang="id-ID" sz="2000" dirty="0"/>
          </a:p>
        </p:txBody>
      </p:sp>
      <p:sp>
        <p:nvSpPr>
          <p:cNvPr id="12" name="Text 9"/>
          <p:cNvSpPr txBox="1"/>
          <p:nvPr/>
        </p:nvSpPr>
        <p:spPr>
          <a:xfrm>
            <a:off x="9261043" y="5532120"/>
            <a:ext cx="2560320" cy="457200"/>
          </a:xfrm>
          <a:prstGeom prst="rect">
            <a:avLst/>
          </a:prstGeom>
          <a:noFill/>
          <a:ln/>
        </p:spPr>
        <p:txBody>
          <a:bodyPr wrap="square" lIns="0" tIns="0" rIns="0" bIns="0" rtlCol="0" anchor="ctr"/>
          <a:lstStyle/>
          <a:p>
            <a:pPr algn="ctr" indent="0" marL="0">
              <a:buNone/>
            </a:pPr>
            <a:r>
              <a:rPr lang="id-ID" altLang="en-US" sz="2000" b="1" dirty="0">
                <a:solidFill>
                  <a:schemeClr val="bg2"/>
                </a:solidFill>
              </a:rPr>
              <a:t>Pahami</a:t>
            </a:r>
            <a:endParaRPr lang="id-ID" sz="2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ext 0"/>
          <p:cNvSpPr/>
          <p:nvPr>
            <p:ph idx="100" type="body" hasCustomPrompt="1"/>
          </p:nvPr>
        </p:nvSpPr>
        <p:spPr>
          <a:xfrm>
            <a:off x="640080" y="502920"/>
            <a:ext cx="10911535" cy="320040"/>
          </a:xfrm>
          <a:prstGeom prst="rect">
            <a:avLst/>
          </a:prstGeom>
          <a:noFill/>
          <a:ln/>
        </p:spPr>
        <p:txBody>
          <a:bodyPr wrap="square" lIns="0" tIns="0" rIns="0" bIns="0" rtlCol="0" anchor="t"/>
          <a:lstStyle/>
          <a:p>
            <a:pPr algn="l" indent="0" marL="0">
              <a:buNone/>
            </a:pPr>
            <a:r>
              <a:rPr lang="id-ID" altLang="en-US" sz="1200" b="1" spc="200" kern="0" dirty="0">
                <a:solidFill>
                  <a:schemeClr val="accent3"/>
                </a:solidFill>
              </a:rPr>
              <a:t>MENGAPA KITA PERLU MULAI</a:t>
            </a:r>
            <a:endParaRPr lang="id-ID" sz="1200" dirty="0"/>
          </a:p>
        </p:txBody>
      </p:sp>
      <p:sp>
        <p:nvSpPr>
          <p:cNvPr id="4" name="Text 0"/>
          <p:cNvSpPr/>
          <p:nvPr>
            <p:ph idx="101" type="title" hasCustomPrompt="1"/>
          </p:nvPr>
        </p:nvSpPr>
        <p:spPr>
          <a:xfrm>
            <a:off x="640080" y="841248"/>
            <a:ext cx="10911535" cy="822960"/>
          </a:xfrm>
          <a:prstGeom prst="rect">
            <a:avLst/>
          </a:prstGeom>
          <a:noFill/>
          <a:ln/>
        </p:spPr>
        <p:txBody>
          <a:bodyPr wrap="square" lIns="0" tIns="0" rIns="0" bIns="0" rtlCol="0" anchor="t"/>
          <a:lstStyle/>
          <a:p>
            <a:pPr algn="l" indent="0" marL="0">
              <a:buNone/>
            </a:pPr>
            <a:r>
              <a:rPr lang="id-ID" altLang="en-US" sz="3400" b="1" dirty="0">
                <a:solidFill>
                  <a:schemeClr val="tx1"/>
                </a:solidFill>
              </a:rPr>
              <a:t>Pertanyaan yang sering kita ajukan</a:t>
            </a:r>
            <a:endParaRPr lang="id-ID" sz="3400" dirty="0"/>
          </a:p>
        </p:txBody>
      </p:sp>
      <p:sp>
        <p:nvSpPr>
          <p:cNvPr id="5" name="Shape 2"/>
          <p:cNvSpPr/>
          <p:nvPr/>
        </p:nvSpPr>
        <p:spPr>
          <a:xfrm>
            <a:off x="640080" y="1874520"/>
            <a:ext cx="5341468" cy="1417320"/>
          </a:xfrm>
          <a:prstGeom prst="roundRect">
            <a:avLst>
              <a:gd name="adj" fmla="val 9677"/>
            </a:avLst>
          </a:prstGeom>
          <a:solidFill>
            <a:schemeClr val="bg1"/>
          </a:solidFill>
          <a:ln w="12700">
            <a:solidFill>
              <a:schemeClr val="accent6"/>
            </a:solidFill>
            <a:prstDash val="solid"/>
          </a:ln>
        </p:spPr>
      </p:sp>
      <p:pic>
        <p:nvPicPr>
          <p:cNvPr id="6" name="Image 0" descr="Ikon umat">    </p:cNvPr>
          <p:cNvPicPr>
            <a:picLocks noChangeAspect="1"/>
          </p:cNvPicPr>
          <p:nvPr/>
        </p:nvPicPr>
        <p:blipFill>
          <a:blip r:embed="rId1"/>
          <a:stretch>
            <a:fillRect/>
          </a:stretch>
        </p:blipFill>
        <p:spPr>
          <a:xfrm>
            <a:off x="1005840" y="2313432"/>
            <a:ext cx="548640" cy="548640"/>
          </a:xfrm>
          <a:prstGeom prst="rect">
            <a:avLst/>
          </a:prstGeom>
        </p:spPr>
      </p:pic>
      <p:sp>
        <p:nvSpPr>
          <p:cNvPr id="7" name="Text 3"/>
          <p:cNvSpPr txBox="1"/>
          <p:nvPr/>
        </p:nvSpPr>
        <p:spPr>
          <a:xfrm>
            <a:off x="1828800" y="2011680"/>
            <a:ext cx="3878428" cy="1143000"/>
          </a:xfrm>
          <a:prstGeom prst="rect">
            <a:avLst/>
          </a:prstGeom>
          <a:noFill/>
          <a:ln/>
        </p:spPr>
        <p:txBody>
          <a:bodyPr wrap="square" lIns="0" tIns="0" rIns="0" bIns="0" rtlCol="0" anchor="ctr"/>
          <a:lstStyle/>
          <a:p>
            <a:pPr indent="0" marL="0">
              <a:buNone/>
            </a:pPr>
            <a:r>
              <a:rPr lang="id-ID" altLang="en-US" sz="1800" dirty="0">
                <a:solidFill>
                  <a:schemeClr val="tx1"/>
                </a:solidFill>
              </a:rPr>
              <a:t>Berapa umat yang hadir di setiap Misa, dan apakah jumlahnya berubah?</a:t>
            </a:r>
            <a:endParaRPr lang="id-ID" sz="1800" dirty="0"/>
          </a:p>
        </p:txBody>
      </p:sp>
      <p:sp>
        <p:nvSpPr>
          <p:cNvPr id="8" name="Shape 4"/>
          <p:cNvSpPr/>
          <p:nvPr/>
        </p:nvSpPr>
        <p:spPr>
          <a:xfrm>
            <a:off x="6210148" y="1874520"/>
            <a:ext cx="5341468" cy="1417320"/>
          </a:xfrm>
          <a:prstGeom prst="roundRect">
            <a:avLst>
              <a:gd name="adj" fmla="val 9677"/>
            </a:avLst>
          </a:prstGeom>
          <a:solidFill>
            <a:schemeClr val="bg1"/>
          </a:solidFill>
          <a:ln w="12700">
            <a:solidFill>
              <a:schemeClr val="accent6"/>
            </a:solidFill>
            <a:prstDash val="solid"/>
          </a:ln>
        </p:spPr>
      </p:sp>
      <p:pic>
        <p:nvPicPr>
          <p:cNvPr id="9" name="Image 1" descr="Ikon grafik">    </p:cNvPr>
          <p:cNvPicPr>
            <a:picLocks noChangeAspect="1"/>
          </p:cNvPicPr>
          <p:nvPr/>
        </p:nvPicPr>
        <p:blipFill>
          <a:blip r:embed="rId2"/>
          <a:stretch>
            <a:fillRect/>
          </a:stretch>
        </p:blipFill>
        <p:spPr>
          <a:xfrm>
            <a:off x="6575908" y="2313432"/>
            <a:ext cx="548640" cy="548640"/>
          </a:xfrm>
          <a:prstGeom prst="rect">
            <a:avLst/>
          </a:prstGeom>
        </p:spPr>
      </p:pic>
      <p:sp>
        <p:nvSpPr>
          <p:cNvPr id="10" name="Text 5"/>
          <p:cNvSpPr txBox="1"/>
          <p:nvPr/>
        </p:nvSpPr>
        <p:spPr>
          <a:xfrm>
            <a:off x="7398868" y="2011680"/>
            <a:ext cx="3878428" cy="1143000"/>
          </a:xfrm>
          <a:prstGeom prst="rect">
            <a:avLst/>
          </a:prstGeom>
          <a:noFill/>
          <a:ln/>
        </p:spPr>
        <p:txBody>
          <a:bodyPr wrap="square" lIns="0" tIns="0" rIns="0" bIns="0" rtlCol="0" anchor="ctr"/>
          <a:lstStyle/>
          <a:p>
            <a:pPr indent="0" marL="0">
              <a:buNone/>
            </a:pPr>
            <a:r>
              <a:rPr lang="id-ID" altLang="en-US" sz="1800" dirty="0">
                <a:solidFill>
                  <a:schemeClr val="tx1"/>
                </a:solidFill>
              </a:rPr>
              <a:t>Apakah kolekte masih cukup menutup biaya kegiatan kita?</a:t>
            </a:r>
            <a:endParaRPr lang="id-ID" sz="1800" dirty="0"/>
          </a:p>
        </p:txBody>
      </p:sp>
      <p:sp>
        <p:nvSpPr>
          <p:cNvPr id="11" name="Shape 6"/>
          <p:cNvSpPr/>
          <p:nvPr/>
        </p:nvSpPr>
        <p:spPr>
          <a:xfrm>
            <a:off x="640080" y="3474720"/>
            <a:ext cx="5341468" cy="1417320"/>
          </a:xfrm>
          <a:prstGeom prst="roundRect">
            <a:avLst>
              <a:gd name="adj" fmla="val 9677"/>
            </a:avLst>
          </a:prstGeom>
          <a:solidFill>
            <a:schemeClr val="bg1"/>
          </a:solidFill>
          <a:ln w="12700">
            <a:solidFill>
              <a:schemeClr val="accent6"/>
            </a:solidFill>
            <a:prstDash val="solid"/>
          </a:ln>
        </p:spPr>
      </p:sp>
      <p:pic>
        <p:nvPicPr>
          <p:cNvPr id="12" name="Image 2" descr="Ikon jam">    </p:cNvPr>
          <p:cNvPicPr>
            <a:picLocks noChangeAspect="1"/>
          </p:cNvPicPr>
          <p:nvPr/>
        </p:nvPicPr>
        <p:blipFill>
          <a:blip r:embed="rId3"/>
          <a:stretch>
            <a:fillRect/>
          </a:stretch>
        </p:blipFill>
        <p:spPr>
          <a:xfrm>
            <a:off x="1005840" y="3913632"/>
            <a:ext cx="548640" cy="548640"/>
          </a:xfrm>
          <a:prstGeom prst="rect">
            <a:avLst/>
          </a:prstGeom>
        </p:spPr>
      </p:pic>
      <p:sp>
        <p:nvSpPr>
          <p:cNvPr id="13" name="Text 7"/>
          <p:cNvSpPr txBox="1"/>
          <p:nvPr/>
        </p:nvSpPr>
        <p:spPr>
          <a:xfrm>
            <a:off x="1828800" y="3611880"/>
            <a:ext cx="3878428" cy="1143000"/>
          </a:xfrm>
          <a:prstGeom prst="rect">
            <a:avLst/>
          </a:prstGeom>
          <a:noFill/>
          <a:ln/>
        </p:spPr>
        <p:txBody>
          <a:bodyPr wrap="square" lIns="0" tIns="0" rIns="0" bIns="0" rtlCol="0" anchor="ctr"/>
          <a:lstStyle/>
          <a:p>
            <a:pPr indent="0" marL="0">
              <a:buNone/>
            </a:pPr>
            <a:r>
              <a:rPr lang="id-ID" altLang="en-US" sz="1800" dirty="0">
                <a:solidFill>
                  <a:schemeClr val="tx1"/>
                </a:solidFill>
              </a:rPr>
              <a:t>Kegiatan apa yang akan datang, dan siapa yang perlu tahu?</a:t>
            </a:r>
            <a:endParaRPr lang="id-ID" sz="1800" dirty="0"/>
          </a:p>
        </p:txBody>
      </p:sp>
      <p:sp>
        <p:nvSpPr>
          <p:cNvPr id="14" name="Shape 8"/>
          <p:cNvSpPr/>
          <p:nvPr/>
        </p:nvSpPr>
        <p:spPr>
          <a:xfrm>
            <a:off x="6210148" y="3474720"/>
            <a:ext cx="5341468" cy="1417320"/>
          </a:xfrm>
          <a:prstGeom prst="roundRect">
            <a:avLst>
              <a:gd name="adj" fmla="val 9677"/>
            </a:avLst>
          </a:prstGeom>
          <a:solidFill>
            <a:schemeClr val="bg1"/>
          </a:solidFill>
          <a:ln w="12700">
            <a:solidFill>
              <a:schemeClr val="accent6"/>
            </a:solidFill>
            <a:prstDash val="solid"/>
          </a:ln>
        </p:spPr>
      </p:sp>
      <p:pic>
        <p:nvPicPr>
          <p:cNvPr id="15" name="Image 3" descr="Ikon keluarga">    </p:cNvPr>
          <p:cNvPicPr>
            <a:picLocks noChangeAspect="1"/>
          </p:cNvPicPr>
          <p:nvPr/>
        </p:nvPicPr>
        <p:blipFill>
          <a:blip r:embed="rId4"/>
          <a:stretch>
            <a:fillRect/>
          </a:stretch>
        </p:blipFill>
        <p:spPr>
          <a:xfrm>
            <a:off x="6575908" y="3913632"/>
            <a:ext cx="548640" cy="548640"/>
          </a:xfrm>
          <a:prstGeom prst="rect">
            <a:avLst/>
          </a:prstGeom>
        </p:spPr>
      </p:pic>
      <p:sp>
        <p:nvSpPr>
          <p:cNvPr id="16" name="Text 9"/>
          <p:cNvSpPr txBox="1"/>
          <p:nvPr/>
        </p:nvSpPr>
        <p:spPr>
          <a:xfrm>
            <a:off x="7398868" y="3611880"/>
            <a:ext cx="3878428" cy="1143000"/>
          </a:xfrm>
          <a:prstGeom prst="rect">
            <a:avLst/>
          </a:prstGeom>
          <a:noFill/>
          <a:ln/>
        </p:spPr>
        <p:txBody>
          <a:bodyPr wrap="square" lIns="0" tIns="0" rIns="0" bIns="0" rtlCol="0" anchor="ctr"/>
          <a:lstStyle/>
          <a:p>
            <a:pPr indent="0" marL="0">
              <a:buNone/>
            </a:pPr>
            <a:r>
              <a:rPr lang="id-ID" altLang="en-US" sz="1800" dirty="0">
                <a:solidFill>
                  <a:schemeClr val="tx1"/>
                </a:solidFill>
              </a:rPr>
              <a:t>Siapa umat kita: berapa anak, orang muda, dan lansia?</a:t>
            </a:r>
            <a:endParaRPr lang="id-ID" sz="1800" dirty="0"/>
          </a:p>
        </p:txBody>
      </p:sp>
      <p:sp>
        <p:nvSpPr>
          <p:cNvPr id="17" name="Text 10"/>
          <p:cNvSpPr txBox="1"/>
          <p:nvPr/>
        </p:nvSpPr>
        <p:spPr>
          <a:xfrm>
            <a:off x="640080" y="5257800"/>
            <a:ext cx="10911535" cy="640080"/>
          </a:xfrm>
          <a:prstGeom prst="rect">
            <a:avLst/>
          </a:prstGeom>
          <a:noFill/>
          <a:ln/>
        </p:spPr>
        <p:txBody>
          <a:bodyPr wrap="square" lIns="0" tIns="0" rIns="0" bIns="0" rtlCol="0" anchor="ctr"/>
          <a:lstStyle/>
          <a:p>
            <a:pPr indent="0" marL="0">
              <a:buNone/>
            </a:pPr>
            <a:r>
              <a:rPr lang="id-ID" altLang="en-US" sz="2000" dirty="0">
                <a:solidFill>
                  <a:schemeClr val="tx2"/>
                </a:solidFill>
              </a:rPr>
              <a:t>Jawabannya biasanya ada, tetapi tersebar di buku catatan, lembar kerja, dan ingatan pengurus.</a:t>
            </a:r>
            <a:endParaRPr lang="id-ID" sz="2000" dirty="0"/>
          </a:p>
        </p:txBody>
      </p:sp>
      <p:sp>
        <p:nvSpPr>
          <p:cNvPr id="25" name="Slide Number Placeholder 0"/>
          <p:cNvSpPr>
            <a:spLocks noGrp="1"/>
          </p:cNvSpPr>
          <p:nvPr>
            <p:ph type="sldNum" sz="quarter" idx="4294967295"/>
          </p:nvPr>
        </p:nvSpPr>
        <p:spPr>
          <a:xfrm>
            <a:off x="11000232"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tx2"/>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ext 0"/>
          <p:cNvSpPr/>
          <p:nvPr>
            <p:ph idx="100" type="body" hasCustomPrompt="1"/>
          </p:nvPr>
        </p:nvSpPr>
        <p:spPr>
          <a:xfrm>
            <a:off x="640080" y="502920"/>
            <a:ext cx="10911535" cy="320040"/>
          </a:xfrm>
          <a:prstGeom prst="rect">
            <a:avLst/>
          </a:prstGeom>
          <a:noFill/>
          <a:ln/>
        </p:spPr>
        <p:txBody>
          <a:bodyPr wrap="square" lIns="0" tIns="0" rIns="0" bIns="0" rtlCol="0" anchor="t"/>
          <a:lstStyle/>
          <a:p>
            <a:pPr algn="l" indent="0" marL="0">
              <a:buNone/>
            </a:pPr>
            <a:r>
              <a:rPr lang="id-ID" altLang="en-US" sz="1200" b="1" spc="200" kern="0" dirty="0">
                <a:solidFill>
                  <a:schemeClr val="accent3"/>
                </a:solidFill>
              </a:rPr>
              <a:t>GAMBARAN PERJALANAN</a:t>
            </a:r>
            <a:endParaRPr lang="id-ID" sz="1200" dirty="0"/>
          </a:p>
        </p:txBody>
      </p:sp>
      <p:sp>
        <p:nvSpPr>
          <p:cNvPr id="4" name="Text 0"/>
          <p:cNvSpPr/>
          <p:nvPr>
            <p:ph idx="101" type="title" hasCustomPrompt="1"/>
          </p:nvPr>
        </p:nvSpPr>
        <p:spPr>
          <a:xfrm>
            <a:off x="640080" y="841248"/>
            <a:ext cx="10911535" cy="822960"/>
          </a:xfrm>
          <a:prstGeom prst="rect">
            <a:avLst/>
          </a:prstGeom>
          <a:noFill/>
          <a:ln/>
        </p:spPr>
        <p:txBody>
          <a:bodyPr wrap="square" lIns="0" tIns="0" rIns="0" bIns="0" rtlCol="0" anchor="t"/>
          <a:lstStyle/>
          <a:p>
            <a:pPr algn="l" indent="0" marL="0">
              <a:buNone/>
            </a:pPr>
            <a:r>
              <a:rPr lang="id-ID" altLang="en-US" sz="3400" b="1" dirty="0">
                <a:solidFill>
                  <a:schemeClr val="tx1"/>
                </a:solidFill>
              </a:rPr>
              <a:t>Tiga langkah, satu per satu</a:t>
            </a:r>
            <a:endParaRPr lang="id-ID" sz="3400" dirty="0"/>
          </a:p>
        </p:txBody>
      </p:sp>
      <p:sp>
        <p:nvSpPr>
          <p:cNvPr id="5" name="Shape 2"/>
          <p:cNvSpPr/>
          <p:nvPr/>
        </p:nvSpPr>
        <p:spPr>
          <a:xfrm>
            <a:off x="640080" y="1874520"/>
            <a:ext cx="3200400" cy="3017520"/>
          </a:xfrm>
          <a:prstGeom prst="roundRect">
            <a:avLst>
              <a:gd name="adj" fmla="val 4545"/>
            </a:avLst>
          </a:prstGeom>
          <a:solidFill>
            <a:schemeClr val="bg1"/>
          </a:solidFill>
          <a:ln w="12700">
            <a:solidFill>
              <a:schemeClr val="accent6"/>
            </a:solidFill>
            <a:prstDash val="solid"/>
          </a:ln>
        </p:spPr>
      </p:sp>
      <p:sp>
        <p:nvSpPr>
          <p:cNvPr id="6" name="Text 3"/>
          <p:cNvSpPr/>
          <p:nvPr/>
        </p:nvSpPr>
        <p:spPr>
          <a:xfrm>
            <a:off x="960120" y="2194560"/>
            <a:ext cx="566928" cy="566928"/>
          </a:xfrm>
          <a:prstGeom prst="ellipse">
            <a:avLst/>
          </a:prstGeom>
          <a:solidFill>
            <a:schemeClr val="accent2"/>
          </a:solidFill>
          <a:ln>
            <a:solidFill>
              <a:schemeClr val="accent2"/>
            </a:solidFill>
          </a:ln>
        </p:spPr>
        <p:txBody>
          <a:bodyPr wrap="square" lIns="0" tIns="0" rIns="0" bIns="0" rtlCol="0" anchor="ctr"/>
          <a:lstStyle/>
          <a:p>
            <a:pPr algn="ctr" indent="0" marL="0">
              <a:buNone/>
            </a:pPr>
            <a:r>
              <a:rPr lang="id-ID" altLang="en-US" sz="2400" b="1" dirty="0">
                <a:solidFill>
                  <a:schemeClr val="tx1"/>
                </a:solidFill>
              </a:rPr>
              <a:t>1</a:t>
            </a:r>
            <a:endParaRPr lang="id-ID" sz="2400" dirty="0"/>
          </a:p>
        </p:txBody>
      </p:sp>
      <p:sp>
        <p:nvSpPr>
          <p:cNvPr id="7" name="Text 4"/>
          <p:cNvSpPr txBox="1"/>
          <p:nvPr/>
        </p:nvSpPr>
        <p:spPr>
          <a:xfrm>
            <a:off x="960120" y="2926080"/>
            <a:ext cx="2560320" cy="548640"/>
          </a:xfrm>
          <a:prstGeom prst="rect">
            <a:avLst/>
          </a:prstGeom>
          <a:noFill/>
          <a:ln/>
        </p:spPr>
        <p:txBody>
          <a:bodyPr wrap="square" lIns="0" tIns="0" rIns="0" bIns="0" rtlCol="0" anchor="ctr"/>
          <a:lstStyle/>
          <a:p>
            <a:pPr indent="0" marL="0">
              <a:buNone/>
            </a:pPr>
            <a:r>
              <a:rPr lang="id-ID" altLang="en-US" sz="2800" b="1" dirty="0">
                <a:solidFill>
                  <a:schemeClr val="tx1"/>
                </a:solidFill>
                <a:latin typeface="Cambria" pitchFamily="34" charset="0"/>
                <a:ea typeface="Cambria" pitchFamily="34" charset="-122"/>
                <a:cs typeface="Cambria" pitchFamily="34" charset="-120"/>
              </a:rPr>
              <a:t>Kumpulkan</a:t>
            </a:r>
            <a:endParaRPr lang="id-ID" sz="2800" dirty="0"/>
          </a:p>
        </p:txBody>
      </p:sp>
      <p:sp>
        <p:nvSpPr>
          <p:cNvPr id="8" name="Text 5"/>
          <p:cNvSpPr txBox="1"/>
          <p:nvPr/>
        </p:nvSpPr>
        <p:spPr>
          <a:xfrm>
            <a:off x="960120" y="3520440"/>
            <a:ext cx="2560320" cy="1234440"/>
          </a:xfrm>
          <a:prstGeom prst="rect">
            <a:avLst/>
          </a:prstGeom>
          <a:noFill/>
          <a:ln/>
        </p:spPr>
        <p:txBody>
          <a:bodyPr wrap="square" lIns="0" tIns="0" rIns="0" bIns="0" rtlCol="0" anchor="t"/>
          <a:lstStyle/>
          <a:p>
            <a:pPr indent="0" marL="0">
              <a:buNone/>
            </a:pPr>
            <a:r>
              <a:rPr lang="id-ID" altLang="en-US" sz="1600" dirty="0">
                <a:solidFill>
                  <a:schemeClr val="tx1"/>
                </a:solidFill>
              </a:rPr>
              <a:t>Data dari semua bidang tersimpan rapi di satu tempat, dalam tabel sederhana yang saling terhubung.</a:t>
            </a:r>
            <a:endParaRPr lang="id-ID" sz="1600" dirty="0"/>
          </a:p>
        </p:txBody>
      </p:sp>
      <p:sp>
        <p:nvSpPr>
          <p:cNvPr id="9" name="Shape 6"/>
          <p:cNvSpPr/>
          <p:nvPr/>
        </p:nvSpPr>
        <p:spPr>
          <a:xfrm>
            <a:off x="3985184" y="3246120"/>
            <a:ext cx="365760" cy="274320"/>
          </a:xfrm>
          <a:prstGeom prst="rightArrow">
            <a:avLst/>
          </a:prstGeom>
          <a:solidFill>
            <a:schemeClr val="accent2"/>
          </a:solidFill>
          <a:ln w="12700">
            <a:solidFill>
              <a:schemeClr val="accent2"/>
            </a:solidFill>
            <a:prstDash val="solid"/>
          </a:ln>
        </p:spPr>
      </p:sp>
      <p:sp>
        <p:nvSpPr>
          <p:cNvPr id="10" name="Shape 7"/>
          <p:cNvSpPr/>
          <p:nvPr/>
        </p:nvSpPr>
        <p:spPr>
          <a:xfrm>
            <a:off x="4495648" y="1874520"/>
            <a:ext cx="3200400" cy="3017520"/>
          </a:xfrm>
          <a:prstGeom prst="roundRect">
            <a:avLst>
              <a:gd name="adj" fmla="val 4545"/>
            </a:avLst>
          </a:prstGeom>
          <a:solidFill>
            <a:schemeClr val="bg1"/>
          </a:solidFill>
          <a:ln w="12700">
            <a:solidFill>
              <a:schemeClr val="accent6"/>
            </a:solidFill>
            <a:prstDash val="solid"/>
          </a:ln>
        </p:spPr>
      </p:sp>
      <p:sp>
        <p:nvSpPr>
          <p:cNvPr id="11" name="Text 8"/>
          <p:cNvSpPr/>
          <p:nvPr/>
        </p:nvSpPr>
        <p:spPr>
          <a:xfrm>
            <a:off x="4815688" y="2194560"/>
            <a:ext cx="566928" cy="566928"/>
          </a:xfrm>
          <a:prstGeom prst="ellipse">
            <a:avLst/>
          </a:prstGeom>
          <a:solidFill>
            <a:schemeClr val="accent2"/>
          </a:solidFill>
          <a:ln>
            <a:solidFill>
              <a:schemeClr val="accent2"/>
            </a:solidFill>
          </a:ln>
        </p:spPr>
        <p:txBody>
          <a:bodyPr wrap="square" lIns="0" tIns="0" rIns="0" bIns="0" rtlCol="0" anchor="ctr"/>
          <a:lstStyle/>
          <a:p>
            <a:pPr algn="ctr" indent="0" marL="0">
              <a:buNone/>
            </a:pPr>
            <a:r>
              <a:rPr lang="id-ID" altLang="en-US" sz="2400" b="1" dirty="0">
                <a:solidFill>
                  <a:schemeClr val="tx1"/>
                </a:solidFill>
              </a:rPr>
              <a:t>2</a:t>
            </a:r>
            <a:endParaRPr lang="id-ID" sz="2400" dirty="0"/>
          </a:p>
        </p:txBody>
      </p:sp>
      <p:sp>
        <p:nvSpPr>
          <p:cNvPr id="12" name="Text 9"/>
          <p:cNvSpPr txBox="1"/>
          <p:nvPr/>
        </p:nvSpPr>
        <p:spPr>
          <a:xfrm>
            <a:off x="4815688" y="2926080"/>
            <a:ext cx="2560320" cy="548640"/>
          </a:xfrm>
          <a:prstGeom prst="rect">
            <a:avLst/>
          </a:prstGeom>
          <a:noFill/>
          <a:ln/>
        </p:spPr>
        <p:txBody>
          <a:bodyPr wrap="square" lIns="0" tIns="0" rIns="0" bIns="0" rtlCol="0" anchor="ctr"/>
          <a:lstStyle/>
          <a:p>
            <a:pPr indent="0" marL="0">
              <a:buNone/>
            </a:pPr>
            <a:r>
              <a:rPr lang="id-ID" altLang="en-US" sz="2800" b="1" dirty="0">
                <a:solidFill>
                  <a:schemeClr val="tx1"/>
                </a:solidFill>
                <a:latin typeface="Cambria" pitchFamily="34" charset="0"/>
                <a:ea typeface="Cambria" pitchFamily="34" charset="-122"/>
                <a:cs typeface="Cambria" pitchFamily="34" charset="-120"/>
              </a:rPr>
              <a:t>Bagikan</a:t>
            </a:r>
            <a:endParaRPr lang="id-ID" sz="2800" dirty="0"/>
          </a:p>
        </p:txBody>
      </p:sp>
      <p:sp>
        <p:nvSpPr>
          <p:cNvPr id="13" name="Text 10"/>
          <p:cNvSpPr txBox="1"/>
          <p:nvPr/>
        </p:nvSpPr>
        <p:spPr>
          <a:xfrm>
            <a:off x="4815688" y="3520440"/>
            <a:ext cx="2560320" cy="1234440"/>
          </a:xfrm>
          <a:prstGeom prst="rect">
            <a:avLst/>
          </a:prstGeom>
          <a:noFill/>
          <a:ln/>
        </p:spPr>
        <p:txBody>
          <a:bodyPr wrap="square" lIns="0" tIns="0" rIns="0" bIns="0" rtlCol="0" anchor="t"/>
          <a:lstStyle/>
          <a:p>
            <a:pPr indent="0" marL="0">
              <a:buNone/>
            </a:pPr>
            <a:r>
              <a:rPr lang="id-ID" altLang="en-US" sz="1600" dirty="0">
                <a:solidFill>
                  <a:schemeClr val="tx1"/>
                </a:solidFill>
              </a:rPr>
              <a:t>Umat mendapat informasi yang berguna bagi mereka: jadwal, kegiatan, dan panduan layanan.</a:t>
            </a:r>
            <a:endParaRPr lang="id-ID" sz="1600" dirty="0"/>
          </a:p>
        </p:txBody>
      </p:sp>
      <p:sp>
        <p:nvSpPr>
          <p:cNvPr id="14" name="Shape 11"/>
          <p:cNvSpPr/>
          <p:nvPr/>
        </p:nvSpPr>
        <p:spPr>
          <a:xfrm>
            <a:off x="7840751" y="3246120"/>
            <a:ext cx="365760" cy="274320"/>
          </a:xfrm>
          <a:prstGeom prst="rightArrow">
            <a:avLst/>
          </a:prstGeom>
          <a:solidFill>
            <a:schemeClr val="accent2"/>
          </a:solidFill>
          <a:ln w="12700">
            <a:solidFill>
              <a:schemeClr val="accent2"/>
            </a:solidFill>
            <a:prstDash val="solid"/>
          </a:ln>
        </p:spPr>
      </p:sp>
      <p:sp>
        <p:nvSpPr>
          <p:cNvPr id="15" name="Shape 12"/>
          <p:cNvSpPr/>
          <p:nvPr/>
        </p:nvSpPr>
        <p:spPr>
          <a:xfrm>
            <a:off x="8351215" y="1874520"/>
            <a:ext cx="3200400" cy="3017520"/>
          </a:xfrm>
          <a:prstGeom prst="roundRect">
            <a:avLst>
              <a:gd name="adj" fmla="val 4545"/>
            </a:avLst>
          </a:prstGeom>
          <a:solidFill>
            <a:schemeClr val="bg1"/>
          </a:solidFill>
          <a:ln w="12700">
            <a:solidFill>
              <a:schemeClr val="accent6"/>
            </a:solidFill>
            <a:prstDash val="solid"/>
          </a:ln>
        </p:spPr>
      </p:sp>
      <p:sp>
        <p:nvSpPr>
          <p:cNvPr id="16" name="Text 13"/>
          <p:cNvSpPr/>
          <p:nvPr/>
        </p:nvSpPr>
        <p:spPr>
          <a:xfrm>
            <a:off x="8671255" y="2194560"/>
            <a:ext cx="566928" cy="566928"/>
          </a:xfrm>
          <a:prstGeom prst="ellipse">
            <a:avLst/>
          </a:prstGeom>
          <a:solidFill>
            <a:schemeClr val="accent2"/>
          </a:solidFill>
          <a:ln>
            <a:solidFill>
              <a:schemeClr val="accent2"/>
            </a:solidFill>
          </a:ln>
        </p:spPr>
        <p:txBody>
          <a:bodyPr wrap="square" lIns="0" tIns="0" rIns="0" bIns="0" rtlCol="0" anchor="ctr"/>
          <a:lstStyle/>
          <a:p>
            <a:pPr algn="ctr" indent="0" marL="0">
              <a:buNone/>
            </a:pPr>
            <a:r>
              <a:rPr lang="id-ID" altLang="en-US" sz="2400" b="1" dirty="0">
                <a:solidFill>
                  <a:schemeClr val="tx1"/>
                </a:solidFill>
              </a:rPr>
              <a:t>3</a:t>
            </a:r>
            <a:endParaRPr lang="id-ID" sz="2400" dirty="0"/>
          </a:p>
        </p:txBody>
      </p:sp>
      <p:sp>
        <p:nvSpPr>
          <p:cNvPr id="17" name="Text 14"/>
          <p:cNvSpPr txBox="1"/>
          <p:nvPr/>
        </p:nvSpPr>
        <p:spPr>
          <a:xfrm>
            <a:off x="8671255" y="2926080"/>
            <a:ext cx="2560320" cy="548640"/>
          </a:xfrm>
          <a:prstGeom prst="rect">
            <a:avLst/>
          </a:prstGeom>
          <a:noFill/>
          <a:ln/>
        </p:spPr>
        <p:txBody>
          <a:bodyPr wrap="square" lIns="0" tIns="0" rIns="0" bIns="0" rtlCol="0" anchor="ctr"/>
          <a:lstStyle/>
          <a:p>
            <a:pPr indent="0" marL="0">
              <a:buNone/>
            </a:pPr>
            <a:r>
              <a:rPr lang="id-ID" altLang="en-US" sz="2800" b="1" dirty="0">
                <a:solidFill>
                  <a:schemeClr val="tx1"/>
                </a:solidFill>
                <a:latin typeface="Cambria" pitchFamily="34" charset="0"/>
                <a:ea typeface="Cambria" pitchFamily="34" charset="-122"/>
                <a:cs typeface="Cambria" pitchFamily="34" charset="-120"/>
              </a:rPr>
              <a:t>Pahami</a:t>
            </a:r>
            <a:endParaRPr lang="id-ID" sz="2800" dirty="0"/>
          </a:p>
        </p:txBody>
      </p:sp>
      <p:sp>
        <p:nvSpPr>
          <p:cNvPr id="18" name="Text 15"/>
          <p:cNvSpPr txBox="1"/>
          <p:nvPr/>
        </p:nvSpPr>
        <p:spPr>
          <a:xfrm>
            <a:off x="8671255" y="3520440"/>
            <a:ext cx="2560320" cy="1234440"/>
          </a:xfrm>
          <a:prstGeom prst="rect">
            <a:avLst/>
          </a:prstGeom>
          <a:noFill/>
          <a:ln/>
        </p:spPr>
        <p:txBody>
          <a:bodyPr wrap="square" lIns="0" tIns="0" rIns="0" bIns="0" rtlCol="0" anchor="t"/>
          <a:lstStyle/>
          <a:p>
            <a:pPr indent="0" marL="0">
              <a:buNone/>
            </a:pPr>
            <a:r>
              <a:rPr lang="id-ID" altLang="en-US" sz="1600" dirty="0">
                <a:solidFill>
                  <a:schemeClr val="tx1"/>
                </a:solidFill>
              </a:rPr>
              <a:t>Data berubah menjadi wawasan yang membantu dewan dan seksi mengambil keputusan.</a:t>
            </a:r>
            <a:endParaRPr lang="id-ID" sz="1600" dirty="0"/>
          </a:p>
        </p:txBody>
      </p:sp>
      <p:sp>
        <p:nvSpPr>
          <p:cNvPr id="19" name="Text 16"/>
          <p:cNvSpPr txBox="1"/>
          <p:nvPr/>
        </p:nvSpPr>
        <p:spPr>
          <a:xfrm>
            <a:off x="640080" y="5212080"/>
            <a:ext cx="10911535" cy="685800"/>
          </a:xfrm>
          <a:prstGeom prst="rect">
            <a:avLst/>
          </a:prstGeom>
          <a:noFill/>
          <a:ln/>
        </p:spPr>
        <p:txBody>
          <a:bodyPr wrap="square" lIns="0" tIns="0" rIns="0" bIns="0" rtlCol="0" anchor="ctr"/>
          <a:lstStyle/>
          <a:p>
            <a:pPr indent="0" marL="0">
              <a:buNone/>
            </a:pPr>
            <a:r>
              <a:rPr lang="id-ID" altLang="en-US" sz="1800" dirty="0">
                <a:solidFill>
                  <a:schemeClr val="tx2"/>
                </a:solidFill>
              </a:rPr>
              <a:t>Setiap langkah berguna sendiri dan menyiapkan langkah berikutnya. Contoh awal kita sudah memperlihatkan ketiganya.</a:t>
            </a:r>
            <a:endParaRPr lang="id-ID" sz="1800" dirty="0"/>
          </a:p>
        </p:txBody>
      </p:sp>
      <p:sp>
        <p:nvSpPr>
          <p:cNvPr id="25" name="Slide Number Placeholder 0"/>
          <p:cNvSpPr>
            <a:spLocks noGrp="1"/>
          </p:cNvSpPr>
          <p:nvPr>
            <p:ph type="sldNum" sz="quarter" idx="4294967295"/>
          </p:nvPr>
        </p:nvSpPr>
        <p:spPr>
          <a:xfrm>
            <a:off x="11000232"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tx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ext 0"/>
          <p:cNvSpPr/>
          <p:nvPr>
            <p:ph idx="100" type="body" hasCustomPrompt="1"/>
          </p:nvPr>
        </p:nvSpPr>
        <p:spPr>
          <a:xfrm>
            <a:off x="640080" y="502920"/>
            <a:ext cx="10911535" cy="320040"/>
          </a:xfrm>
          <a:prstGeom prst="rect">
            <a:avLst/>
          </a:prstGeom>
          <a:noFill/>
          <a:ln/>
        </p:spPr>
        <p:txBody>
          <a:bodyPr wrap="square" lIns="0" tIns="0" rIns="0" bIns="0" rtlCol="0" anchor="t"/>
          <a:lstStyle/>
          <a:p>
            <a:pPr algn="l" indent="0" marL="0">
              <a:buNone/>
            </a:pPr>
            <a:r>
              <a:rPr lang="id-ID" altLang="en-US" sz="1200" b="1" spc="200" kern="0" dirty="0">
                <a:solidFill>
                  <a:schemeClr val="accent3"/>
                </a:solidFill>
              </a:rPr>
              <a:t>LANGKAH 1 · KUMPULKAN</a:t>
            </a:r>
            <a:endParaRPr lang="id-ID" sz="1200" dirty="0"/>
          </a:p>
        </p:txBody>
      </p:sp>
      <p:sp>
        <p:nvSpPr>
          <p:cNvPr id="4" name="Text 0"/>
          <p:cNvSpPr/>
          <p:nvPr>
            <p:ph idx="101" type="title" hasCustomPrompt="1"/>
          </p:nvPr>
        </p:nvSpPr>
        <p:spPr>
          <a:xfrm>
            <a:off x="640080" y="841248"/>
            <a:ext cx="10911535" cy="822960"/>
          </a:xfrm>
          <a:prstGeom prst="rect">
            <a:avLst/>
          </a:prstGeom>
          <a:noFill/>
          <a:ln/>
        </p:spPr>
        <p:txBody>
          <a:bodyPr wrap="square" lIns="0" tIns="0" rIns="0" bIns="0" rtlCol="0" anchor="t"/>
          <a:lstStyle/>
          <a:p>
            <a:pPr algn="l" indent="0" marL="0">
              <a:buNone/>
            </a:pPr>
            <a:r>
              <a:rPr lang="id-ID" altLang="en-US" sz="3400" b="1" dirty="0">
                <a:solidFill>
                  <a:schemeClr val="tx1"/>
                </a:solidFill>
              </a:rPr>
              <a:t>Satu rumah untuk data paroki</a:t>
            </a:r>
            <a:endParaRPr lang="id-ID" sz="3400" dirty="0"/>
          </a:p>
        </p:txBody>
      </p:sp>
      <p:sp>
        <p:nvSpPr>
          <p:cNvPr id="5" name="Text 2"/>
          <p:cNvSpPr txBox="1"/>
          <p:nvPr/>
        </p:nvSpPr>
        <p:spPr>
          <a:xfrm>
            <a:off x="640080" y="1874520"/>
            <a:ext cx="3566160" cy="2560320"/>
          </a:xfrm>
          <a:prstGeom prst="rect">
            <a:avLst/>
          </a:prstGeom>
          <a:noFill/>
          <a:ln/>
        </p:spPr>
        <p:txBody>
          <a:bodyPr wrap="square" lIns="0" tIns="0" rIns="0" bIns="0" rtlCol="0" anchor="t"/>
          <a:lstStyle/>
          <a:p>
            <a:pPr indent="0" marL="0">
              <a:buNone/>
            </a:pPr>
            <a:r>
              <a:rPr lang="id-ID" altLang="en-US" sz="1800" dirty="0">
                <a:solidFill>
                  <a:schemeClr val="tx1"/>
                </a:solidFill>
              </a:rPr>
              <a:t>Setiap bidang disimpan sebagai tabel sederhana yang seragam dan saling terhubung, seperti lembar kerja yang rapi.</a:t>
            </a:r>
            <a:endParaRPr lang="id-ID" sz="1800" dirty="0"/>
          </a:p>
        </p:txBody>
      </p:sp>
      <p:sp>
        <p:nvSpPr>
          <p:cNvPr id="6" name="Shape 3"/>
          <p:cNvSpPr/>
          <p:nvPr/>
        </p:nvSpPr>
        <p:spPr>
          <a:xfrm>
            <a:off x="4526280" y="1874520"/>
            <a:ext cx="2194560" cy="868680"/>
          </a:xfrm>
          <a:prstGeom prst="roundRect">
            <a:avLst>
              <a:gd name="adj" fmla="val 12632"/>
            </a:avLst>
          </a:prstGeom>
          <a:solidFill>
            <a:schemeClr val="bg1"/>
          </a:solidFill>
          <a:ln w="12700">
            <a:solidFill>
              <a:schemeClr val="accent6"/>
            </a:solidFill>
            <a:prstDash val="solid"/>
          </a:ln>
        </p:spPr>
      </p:sp>
      <p:pic>
        <p:nvPicPr>
          <p:cNvPr id="7" name="Image 0" descr="Ikon Jadwal Misa">    </p:cNvPr>
          <p:cNvPicPr>
            <a:picLocks noChangeAspect="1"/>
          </p:cNvPicPr>
          <p:nvPr/>
        </p:nvPicPr>
        <p:blipFill>
          <a:blip r:embed="rId1"/>
          <a:stretch>
            <a:fillRect/>
          </a:stretch>
        </p:blipFill>
        <p:spPr>
          <a:xfrm>
            <a:off x="4709160" y="2148840"/>
            <a:ext cx="329184" cy="329184"/>
          </a:xfrm>
          <a:prstGeom prst="rect">
            <a:avLst/>
          </a:prstGeom>
        </p:spPr>
      </p:pic>
      <p:sp>
        <p:nvSpPr>
          <p:cNvPr id="8" name="Text 4"/>
          <p:cNvSpPr txBox="1"/>
          <p:nvPr/>
        </p:nvSpPr>
        <p:spPr>
          <a:xfrm>
            <a:off x="5184648" y="1947672"/>
            <a:ext cx="1417320" cy="722376"/>
          </a:xfrm>
          <a:prstGeom prst="rect">
            <a:avLst/>
          </a:prstGeom>
          <a:noFill/>
          <a:ln/>
        </p:spPr>
        <p:txBody>
          <a:bodyPr wrap="square" lIns="0" tIns="0" rIns="0" bIns="0" rtlCol="0" anchor="ctr"/>
          <a:lstStyle/>
          <a:p>
            <a:pPr indent="0" marL="0">
              <a:buNone/>
            </a:pPr>
            <a:r>
              <a:rPr lang="id-ID" altLang="en-US" sz="1400" dirty="0">
                <a:solidFill>
                  <a:schemeClr val="tx1"/>
                </a:solidFill>
              </a:rPr>
              <a:t>Jadwal Misa</a:t>
            </a:r>
            <a:endParaRPr lang="id-ID" sz="1400" dirty="0"/>
          </a:p>
        </p:txBody>
      </p:sp>
      <p:sp>
        <p:nvSpPr>
          <p:cNvPr id="9" name="Shape 5"/>
          <p:cNvSpPr/>
          <p:nvPr/>
        </p:nvSpPr>
        <p:spPr>
          <a:xfrm>
            <a:off x="6885432" y="1874520"/>
            <a:ext cx="2194560" cy="868680"/>
          </a:xfrm>
          <a:prstGeom prst="roundRect">
            <a:avLst>
              <a:gd name="adj" fmla="val 12632"/>
            </a:avLst>
          </a:prstGeom>
          <a:solidFill>
            <a:schemeClr val="bg1"/>
          </a:solidFill>
          <a:ln w="12700">
            <a:solidFill>
              <a:schemeClr val="accent6"/>
            </a:solidFill>
            <a:prstDash val="solid"/>
          </a:ln>
        </p:spPr>
      </p:sp>
      <p:pic>
        <p:nvPicPr>
          <p:cNvPr id="10" name="Image 1" descr="Ikon Kehadiran Misa">    </p:cNvPr>
          <p:cNvPicPr>
            <a:picLocks noChangeAspect="1"/>
          </p:cNvPicPr>
          <p:nvPr/>
        </p:nvPicPr>
        <p:blipFill>
          <a:blip r:embed="rId2"/>
          <a:stretch>
            <a:fillRect/>
          </a:stretch>
        </p:blipFill>
        <p:spPr>
          <a:xfrm>
            <a:off x="7068312" y="2148840"/>
            <a:ext cx="329184" cy="329184"/>
          </a:xfrm>
          <a:prstGeom prst="rect">
            <a:avLst/>
          </a:prstGeom>
        </p:spPr>
      </p:pic>
      <p:sp>
        <p:nvSpPr>
          <p:cNvPr id="11" name="Text 6"/>
          <p:cNvSpPr txBox="1"/>
          <p:nvPr/>
        </p:nvSpPr>
        <p:spPr>
          <a:xfrm>
            <a:off x="7543800" y="1947672"/>
            <a:ext cx="1417320" cy="722376"/>
          </a:xfrm>
          <a:prstGeom prst="rect">
            <a:avLst/>
          </a:prstGeom>
          <a:noFill/>
          <a:ln/>
        </p:spPr>
        <p:txBody>
          <a:bodyPr wrap="square" lIns="0" tIns="0" rIns="0" bIns="0" rtlCol="0" anchor="ctr"/>
          <a:lstStyle/>
          <a:p>
            <a:pPr indent="0" marL="0">
              <a:buNone/>
            </a:pPr>
            <a:r>
              <a:rPr lang="id-ID" altLang="en-US" sz="1400" dirty="0">
                <a:solidFill>
                  <a:schemeClr val="tx1"/>
                </a:solidFill>
              </a:rPr>
              <a:t>Kehadiran Misa</a:t>
            </a:r>
            <a:endParaRPr lang="id-ID" sz="1400" dirty="0"/>
          </a:p>
        </p:txBody>
      </p:sp>
      <p:sp>
        <p:nvSpPr>
          <p:cNvPr id="12" name="Shape 7"/>
          <p:cNvSpPr/>
          <p:nvPr/>
        </p:nvSpPr>
        <p:spPr>
          <a:xfrm>
            <a:off x="9244584" y="1874520"/>
            <a:ext cx="2194560" cy="868680"/>
          </a:xfrm>
          <a:prstGeom prst="roundRect">
            <a:avLst>
              <a:gd name="adj" fmla="val 12632"/>
            </a:avLst>
          </a:prstGeom>
          <a:solidFill>
            <a:schemeClr val="bg1"/>
          </a:solidFill>
          <a:ln w="12700">
            <a:solidFill>
              <a:schemeClr val="accent6"/>
            </a:solidFill>
            <a:prstDash val="solid"/>
          </a:ln>
        </p:spPr>
      </p:sp>
      <p:pic>
        <p:nvPicPr>
          <p:cNvPr id="13" name="Image 2" descr="Ikon Kolekte">    </p:cNvPr>
          <p:cNvPicPr>
            <a:picLocks noChangeAspect="1"/>
          </p:cNvPicPr>
          <p:nvPr/>
        </p:nvPicPr>
        <p:blipFill>
          <a:blip r:embed="rId3"/>
          <a:stretch>
            <a:fillRect/>
          </a:stretch>
        </p:blipFill>
        <p:spPr>
          <a:xfrm>
            <a:off x="9427464" y="2148840"/>
            <a:ext cx="329184" cy="329184"/>
          </a:xfrm>
          <a:prstGeom prst="rect">
            <a:avLst/>
          </a:prstGeom>
        </p:spPr>
      </p:pic>
      <p:sp>
        <p:nvSpPr>
          <p:cNvPr id="14" name="Text 8"/>
          <p:cNvSpPr txBox="1"/>
          <p:nvPr/>
        </p:nvSpPr>
        <p:spPr>
          <a:xfrm>
            <a:off x="9902952" y="1947672"/>
            <a:ext cx="1417320" cy="722376"/>
          </a:xfrm>
          <a:prstGeom prst="rect">
            <a:avLst/>
          </a:prstGeom>
          <a:noFill/>
          <a:ln/>
        </p:spPr>
        <p:txBody>
          <a:bodyPr wrap="square" lIns="0" tIns="0" rIns="0" bIns="0" rtlCol="0" anchor="ctr"/>
          <a:lstStyle/>
          <a:p>
            <a:pPr indent="0" marL="0">
              <a:buNone/>
            </a:pPr>
            <a:r>
              <a:rPr lang="id-ID" altLang="en-US" sz="1400" dirty="0">
                <a:solidFill>
                  <a:schemeClr val="tx1"/>
                </a:solidFill>
              </a:rPr>
              <a:t>Kolekte</a:t>
            </a:r>
            <a:endParaRPr lang="id-ID" sz="1400" dirty="0"/>
          </a:p>
        </p:txBody>
      </p:sp>
      <p:sp>
        <p:nvSpPr>
          <p:cNvPr id="15" name="Shape 9"/>
          <p:cNvSpPr/>
          <p:nvPr/>
        </p:nvSpPr>
        <p:spPr>
          <a:xfrm>
            <a:off x="4526280" y="2880360"/>
            <a:ext cx="2194560" cy="868680"/>
          </a:xfrm>
          <a:prstGeom prst="roundRect">
            <a:avLst>
              <a:gd name="adj" fmla="val 12632"/>
            </a:avLst>
          </a:prstGeom>
          <a:solidFill>
            <a:schemeClr val="bg1"/>
          </a:solidFill>
          <a:ln w="12700">
            <a:solidFill>
              <a:schemeClr val="accent6"/>
            </a:solidFill>
            <a:prstDash val="solid"/>
          </a:ln>
        </p:spPr>
      </p:sp>
      <p:pic>
        <p:nvPicPr>
          <p:cNvPr id="16" name="Image 3" descr="Ikon Umat dan keluarga">    </p:cNvPr>
          <p:cNvPicPr>
            <a:picLocks noChangeAspect="1"/>
          </p:cNvPicPr>
          <p:nvPr/>
        </p:nvPicPr>
        <p:blipFill>
          <a:blip r:embed="rId4"/>
          <a:stretch>
            <a:fillRect/>
          </a:stretch>
        </p:blipFill>
        <p:spPr>
          <a:xfrm>
            <a:off x="4709160" y="3154680"/>
            <a:ext cx="329184" cy="329184"/>
          </a:xfrm>
          <a:prstGeom prst="rect">
            <a:avLst/>
          </a:prstGeom>
        </p:spPr>
      </p:pic>
      <p:sp>
        <p:nvSpPr>
          <p:cNvPr id="17" name="Text 10"/>
          <p:cNvSpPr txBox="1"/>
          <p:nvPr/>
        </p:nvSpPr>
        <p:spPr>
          <a:xfrm>
            <a:off x="5184648" y="2953512"/>
            <a:ext cx="1417320" cy="722376"/>
          </a:xfrm>
          <a:prstGeom prst="rect">
            <a:avLst/>
          </a:prstGeom>
          <a:noFill/>
          <a:ln/>
        </p:spPr>
        <p:txBody>
          <a:bodyPr wrap="square" lIns="0" tIns="0" rIns="0" bIns="0" rtlCol="0" anchor="ctr"/>
          <a:lstStyle/>
          <a:p>
            <a:pPr indent="0" marL="0">
              <a:buNone/>
            </a:pPr>
            <a:r>
              <a:rPr lang="id-ID" altLang="en-US" sz="1400" dirty="0">
                <a:solidFill>
                  <a:schemeClr val="tx1"/>
                </a:solidFill>
              </a:rPr>
              <a:t>Umat dan keluarga</a:t>
            </a:r>
            <a:endParaRPr lang="id-ID" sz="1400" dirty="0"/>
          </a:p>
        </p:txBody>
      </p:sp>
      <p:sp>
        <p:nvSpPr>
          <p:cNvPr id="18" name="Shape 11"/>
          <p:cNvSpPr/>
          <p:nvPr/>
        </p:nvSpPr>
        <p:spPr>
          <a:xfrm>
            <a:off x="6885432" y="2880360"/>
            <a:ext cx="2194560" cy="868680"/>
          </a:xfrm>
          <a:prstGeom prst="roundRect">
            <a:avLst>
              <a:gd name="adj" fmla="val 12632"/>
            </a:avLst>
          </a:prstGeom>
          <a:solidFill>
            <a:schemeClr val="bg1"/>
          </a:solidFill>
          <a:ln w="12700">
            <a:solidFill>
              <a:schemeClr val="accent6"/>
            </a:solidFill>
            <a:prstDash val="solid"/>
          </a:ln>
        </p:spPr>
      </p:sp>
      <p:pic>
        <p:nvPicPr>
          <p:cNvPr id="19" name="Image 4" descr="Ikon Sumbangan khusus">    </p:cNvPr>
          <p:cNvPicPr>
            <a:picLocks noChangeAspect="1"/>
          </p:cNvPicPr>
          <p:nvPr/>
        </p:nvPicPr>
        <p:blipFill>
          <a:blip r:embed="rId5"/>
          <a:stretch>
            <a:fillRect/>
          </a:stretch>
        </p:blipFill>
        <p:spPr>
          <a:xfrm>
            <a:off x="7068312" y="3154680"/>
            <a:ext cx="329184" cy="329184"/>
          </a:xfrm>
          <a:prstGeom prst="rect">
            <a:avLst/>
          </a:prstGeom>
        </p:spPr>
      </p:pic>
      <p:sp>
        <p:nvSpPr>
          <p:cNvPr id="20" name="Text 12"/>
          <p:cNvSpPr txBox="1"/>
          <p:nvPr/>
        </p:nvSpPr>
        <p:spPr>
          <a:xfrm>
            <a:off x="7543800" y="2953512"/>
            <a:ext cx="1417320" cy="722376"/>
          </a:xfrm>
          <a:prstGeom prst="rect">
            <a:avLst/>
          </a:prstGeom>
          <a:noFill/>
          <a:ln/>
        </p:spPr>
        <p:txBody>
          <a:bodyPr wrap="square" lIns="0" tIns="0" rIns="0" bIns="0" rtlCol="0" anchor="ctr"/>
          <a:lstStyle/>
          <a:p>
            <a:pPr indent="0" marL="0">
              <a:buNone/>
            </a:pPr>
            <a:r>
              <a:rPr lang="id-ID" altLang="en-US" sz="1400" dirty="0">
                <a:solidFill>
                  <a:schemeClr val="tx1"/>
                </a:solidFill>
              </a:rPr>
              <a:t>Sumbangan khusus</a:t>
            </a:r>
            <a:endParaRPr lang="id-ID" sz="1400" dirty="0"/>
          </a:p>
        </p:txBody>
      </p:sp>
      <p:sp>
        <p:nvSpPr>
          <p:cNvPr id="21" name="Shape 13"/>
          <p:cNvSpPr/>
          <p:nvPr/>
        </p:nvSpPr>
        <p:spPr>
          <a:xfrm>
            <a:off x="9244584" y="2880360"/>
            <a:ext cx="2194560" cy="868680"/>
          </a:xfrm>
          <a:prstGeom prst="roundRect">
            <a:avLst>
              <a:gd name="adj" fmla="val 12632"/>
            </a:avLst>
          </a:prstGeom>
          <a:solidFill>
            <a:schemeClr val="bg1"/>
          </a:solidFill>
          <a:ln w="12700">
            <a:solidFill>
              <a:schemeClr val="accent6"/>
            </a:solidFill>
            <a:prstDash val="solid"/>
          </a:ln>
        </p:spPr>
      </p:sp>
      <p:pic>
        <p:nvPicPr>
          <p:cNvPr id="22" name="Image 5" descr="Ikon Survei umat">    </p:cNvPr>
          <p:cNvPicPr>
            <a:picLocks noChangeAspect="1"/>
          </p:cNvPicPr>
          <p:nvPr/>
        </p:nvPicPr>
        <p:blipFill>
          <a:blip r:embed="rId6"/>
          <a:stretch>
            <a:fillRect/>
          </a:stretch>
        </p:blipFill>
        <p:spPr>
          <a:xfrm>
            <a:off x="9427464" y="3154680"/>
            <a:ext cx="329184" cy="329184"/>
          </a:xfrm>
          <a:prstGeom prst="rect">
            <a:avLst/>
          </a:prstGeom>
        </p:spPr>
      </p:pic>
      <p:sp>
        <p:nvSpPr>
          <p:cNvPr id="23" name="Text 14"/>
          <p:cNvSpPr txBox="1"/>
          <p:nvPr/>
        </p:nvSpPr>
        <p:spPr>
          <a:xfrm>
            <a:off x="9902952" y="2953512"/>
            <a:ext cx="1417320" cy="722376"/>
          </a:xfrm>
          <a:prstGeom prst="rect">
            <a:avLst/>
          </a:prstGeom>
          <a:noFill/>
          <a:ln/>
        </p:spPr>
        <p:txBody>
          <a:bodyPr wrap="square" lIns="0" tIns="0" rIns="0" bIns="0" rtlCol="0" anchor="ctr"/>
          <a:lstStyle/>
          <a:p>
            <a:pPr indent="0" marL="0">
              <a:buNone/>
            </a:pPr>
            <a:r>
              <a:rPr lang="id-ID" altLang="en-US" sz="1400" dirty="0">
                <a:solidFill>
                  <a:schemeClr val="tx1"/>
                </a:solidFill>
              </a:rPr>
              <a:t>Survei umat</a:t>
            </a:r>
            <a:endParaRPr lang="id-ID" sz="1400" dirty="0"/>
          </a:p>
        </p:txBody>
      </p:sp>
      <p:sp>
        <p:nvSpPr>
          <p:cNvPr id="24" name="Shape 15"/>
          <p:cNvSpPr/>
          <p:nvPr/>
        </p:nvSpPr>
        <p:spPr>
          <a:xfrm>
            <a:off x="4526280" y="3886200"/>
            <a:ext cx="2194560" cy="868680"/>
          </a:xfrm>
          <a:prstGeom prst="roundRect">
            <a:avLst>
              <a:gd name="adj" fmla="val 12632"/>
            </a:avLst>
          </a:prstGeom>
          <a:solidFill>
            <a:schemeClr val="bg1"/>
          </a:solidFill>
          <a:ln w="12700">
            <a:solidFill>
              <a:schemeClr val="accent6"/>
            </a:solidFill>
            <a:prstDash val="solid"/>
          </a:ln>
        </p:spPr>
      </p:sp>
      <p:pic>
        <p:nvPicPr>
          <p:cNvPr id="25" name="Image 6" descr="Ikon Rencana dan anggaran">    </p:cNvPr>
          <p:cNvPicPr>
            <a:picLocks noChangeAspect="1"/>
          </p:cNvPicPr>
          <p:nvPr/>
        </p:nvPicPr>
        <p:blipFill>
          <a:blip r:embed="rId7"/>
          <a:stretch>
            <a:fillRect/>
          </a:stretch>
        </p:blipFill>
        <p:spPr>
          <a:xfrm>
            <a:off x="4709160" y="4160520"/>
            <a:ext cx="329184" cy="329184"/>
          </a:xfrm>
          <a:prstGeom prst="rect">
            <a:avLst/>
          </a:prstGeom>
        </p:spPr>
      </p:pic>
      <p:sp>
        <p:nvSpPr>
          <p:cNvPr id="26" name="Text 16"/>
          <p:cNvSpPr txBox="1"/>
          <p:nvPr/>
        </p:nvSpPr>
        <p:spPr>
          <a:xfrm>
            <a:off x="5184648" y="3959352"/>
            <a:ext cx="1417320" cy="722376"/>
          </a:xfrm>
          <a:prstGeom prst="rect">
            <a:avLst/>
          </a:prstGeom>
          <a:noFill/>
          <a:ln/>
        </p:spPr>
        <p:txBody>
          <a:bodyPr wrap="square" lIns="0" tIns="0" rIns="0" bIns="0" rtlCol="0" anchor="ctr"/>
          <a:lstStyle/>
          <a:p>
            <a:pPr indent="0" marL="0">
              <a:buNone/>
            </a:pPr>
            <a:r>
              <a:rPr lang="id-ID" altLang="en-US" sz="1400" dirty="0">
                <a:solidFill>
                  <a:schemeClr val="tx1"/>
                </a:solidFill>
              </a:rPr>
              <a:t>Rencana dan anggaran</a:t>
            </a:r>
            <a:endParaRPr lang="id-ID" sz="1400" dirty="0"/>
          </a:p>
        </p:txBody>
      </p:sp>
      <p:sp>
        <p:nvSpPr>
          <p:cNvPr id="27" name="Shape 17"/>
          <p:cNvSpPr/>
          <p:nvPr/>
        </p:nvSpPr>
        <p:spPr>
          <a:xfrm>
            <a:off x="6885432" y="3886200"/>
            <a:ext cx="2194560" cy="868680"/>
          </a:xfrm>
          <a:prstGeom prst="roundRect">
            <a:avLst>
              <a:gd name="adj" fmla="val 12632"/>
            </a:avLst>
          </a:prstGeom>
          <a:solidFill>
            <a:schemeClr val="bg1"/>
          </a:solidFill>
          <a:ln w="12700">
            <a:solidFill>
              <a:schemeClr val="accent6"/>
            </a:solidFill>
            <a:prstDash val="solid"/>
          </a:ln>
        </p:spPr>
      </p:sp>
      <p:pic>
        <p:nvPicPr>
          <p:cNvPr id="28" name="Image 7" descr="Ikon Kegiatan dan laporan">    </p:cNvPr>
          <p:cNvPicPr>
            <a:picLocks noChangeAspect="1"/>
          </p:cNvPicPr>
          <p:nvPr/>
        </p:nvPicPr>
        <p:blipFill>
          <a:blip r:embed="rId8"/>
          <a:stretch>
            <a:fillRect/>
          </a:stretch>
        </p:blipFill>
        <p:spPr>
          <a:xfrm>
            <a:off x="7068312" y="4160520"/>
            <a:ext cx="329184" cy="329184"/>
          </a:xfrm>
          <a:prstGeom prst="rect">
            <a:avLst/>
          </a:prstGeom>
        </p:spPr>
      </p:pic>
      <p:sp>
        <p:nvSpPr>
          <p:cNvPr id="29" name="Text 18"/>
          <p:cNvSpPr txBox="1"/>
          <p:nvPr/>
        </p:nvSpPr>
        <p:spPr>
          <a:xfrm>
            <a:off x="7543800" y="3959352"/>
            <a:ext cx="1417320" cy="722376"/>
          </a:xfrm>
          <a:prstGeom prst="rect">
            <a:avLst/>
          </a:prstGeom>
          <a:noFill/>
          <a:ln/>
        </p:spPr>
        <p:txBody>
          <a:bodyPr wrap="square" lIns="0" tIns="0" rIns="0" bIns="0" rtlCol="0" anchor="ctr"/>
          <a:lstStyle/>
          <a:p>
            <a:pPr indent="0" marL="0">
              <a:buNone/>
            </a:pPr>
            <a:r>
              <a:rPr lang="id-ID" altLang="en-US" sz="1400" dirty="0">
                <a:solidFill>
                  <a:schemeClr val="tx1"/>
                </a:solidFill>
              </a:rPr>
              <a:t>Kegiatan dan laporan</a:t>
            </a:r>
            <a:endParaRPr lang="id-ID" sz="1400" dirty="0"/>
          </a:p>
        </p:txBody>
      </p:sp>
      <p:sp>
        <p:nvSpPr>
          <p:cNvPr id="30" name="Shape 19"/>
          <p:cNvSpPr/>
          <p:nvPr/>
        </p:nvSpPr>
        <p:spPr>
          <a:xfrm>
            <a:off x="9244584" y="3886200"/>
            <a:ext cx="2194560" cy="868680"/>
          </a:xfrm>
          <a:prstGeom prst="roundRect">
            <a:avLst>
              <a:gd name="adj" fmla="val 12632"/>
            </a:avLst>
          </a:prstGeom>
          <a:solidFill>
            <a:schemeClr val="bg1"/>
          </a:solidFill>
          <a:ln w="12700">
            <a:solidFill>
              <a:schemeClr val="accent6"/>
            </a:solidFill>
            <a:prstDash val="solid"/>
          </a:ln>
        </p:spPr>
      </p:sp>
      <p:pic>
        <p:nvPicPr>
          <p:cNvPr id="31" name="Image 8" descr="Ikon Wilayah dan lingkungan">    </p:cNvPr>
          <p:cNvPicPr>
            <a:picLocks noChangeAspect="1"/>
          </p:cNvPicPr>
          <p:nvPr/>
        </p:nvPicPr>
        <p:blipFill>
          <a:blip r:embed="rId9"/>
          <a:stretch>
            <a:fillRect/>
          </a:stretch>
        </p:blipFill>
        <p:spPr>
          <a:xfrm>
            <a:off x="9427464" y="4160520"/>
            <a:ext cx="329184" cy="329184"/>
          </a:xfrm>
          <a:prstGeom prst="rect">
            <a:avLst/>
          </a:prstGeom>
        </p:spPr>
      </p:pic>
      <p:sp>
        <p:nvSpPr>
          <p:cNvPr id="32" name="Text 20"/>
          <p:cNvSpPr txBox="1"/>
          <p:nvPr/>
        </p:nvSpPr>
        <p:spPr>
          <a:xfrm>
            <a:off x="9902952" y="3959352"/>
            <a:ext cx="1417320" cy="722376"/>
          </a:xfrm>
          <a:prstGeom prst="rect">
            <a:avLst/>
          </a:prstGeom>
          <a:noFill/>
          <a:ln/>
        </p:spPr>
        <p:txBody>
          <a:bodyPr wrap="square" lIns="0" tIns="0" rIns="0" bIns="0" rtlCol="0" anchor="ctr"/>
          <a:lstStyle/>
          <a:p>
            <a:pPr indent="0" marL="0">
              <a:buNone/>
            </a:pPr>
            <a:r>
              <a:rPr lang="id-ID" altLang="en-US" sz="1400" dirty="0">
                <a:solidFill>
                  <a:schemeClr val="tx1"/>
                </a:solidFill>
              </a:rPr>
              <a:t>Wilayah dan lingkungan</a:t>
            </a:r>
            <a:endParaRPr lang="id-ID" sz="1400" dirty="0"/>
          </a:p>
        </p:txBody>
      </p:sp>
      <p:sp>
        <p:nvSpPr>
          <p:cNvPr id="33" name="Shape 21"/>
          <p:cNvSpPr/>
          <p:nvPr/>
        </p:nvSpPr>
        <p:spPr>
          <a:xfrm>
            <a:off x="640080" y="5029200"/>
            <a:ext cx="2556434" cy="1097280"/>
          </a:xfrm>
          <a:prstGeom prst="roundRect">
            <a:avLst>
              <a:gd name="adj" fmla="val 10000"/>
            </a:avLst>
          </a:prstGeom>
          <a:solidFill>
            <a:schemeClr val="tx1"/>
          </a:solidFill>
          <a:ln w="12700">
            <a:solidFill>
              <a:schemeClr val="tx1"/>
            </a:solidFill>
            <a:prstDash val="solid"/>
          </a:ln>
        </p:spPr>
      </p:sp>
      <p:sp>
        <p:nvSpPr>
          <p:cNvPr id="34" name="Text 22"/>
          <p:cNvSpPr txBox="1"/>
          <p:nvPr/>
        </p:nvSpPr>
        <p:spPr>
          <a:xfrm>
            <a:off x="914400" y="5102352"/>
            <a:ext cx="2007794" cy="548640"/>
          </a:xfrm>
          <a:prstGeom prst="rect">
            <a:avLst/>
          </a:prstGeom>
          <a:noFill/>
          <a:ln/>
        </p:spPr>
        <p:txBody>
          <a:bodyPr wrap="square" lIns="0" tIns="0" rIns="0" bIns="0" rtlCol="0" anchor="ctr"/>
          <a:lstStyle/>
          <a:p>
            <a:pPr indent="0" marL="0">
              <a:buNone/>
            </a:pPr>
            <a:r>
              <a:rPr lang="id-ID" altLang="en-US" sz="2800" b="1" dirty="0">
                <a:solidFill>
                  <a:schemeClr val="accent4"/>
                </a:solidFill>
                <a:latin typeface="Cambria" pitchFamily="34" charset="0"/>
                <a:ea typeface="Cambria" pitchFamily="34" charset="-122"/>
                <a:cs typeface="Cambria" pitchFamily="34" charset="-120"/>
              </a:rPr>
              <a:t>9</a:t>
            </a:r>
            <a:endParaRPr lang="id-ID" sz="2800" dirty="0"/>
          </a:p>
        </p:txBody>
      </p:sp>
      <p:sp>
        <p:nvSpPr>
          <p:cNvPr id="35" name="Text 23"/>
          <p:cNvSpPr txBox="1"/>
          <p:nvPr/>
        </p:nvSpPr>
        <p:spPr>
          <a:xfrm>
            <a:off x="914400" y="5669280"/>
            <a:ext cx="2099234" cy="365760"/>
          </a:xfrm>
          <a:prstGeom prst="rect">
            <a:avLst/>
          </a:prstGeom>
          <a:noFill/>
          <a:ln/>
        </p:spPr>
        <p:txBody>
          <a:bodyPr wrap="square" lIns="0" tIns="0" rIns="0" bIns="0" rtlCol="0" anchor="ctr"/>
          <a:lstStyle/>
          <a:p>
            <a:pPr indent="0" marL="0">
              <a:buNone/>
            </a:pPr>
            <a:r>
              <a:rPr lang="id-ID" altLang="en-US" sz="1400" dirty="0">
                <a:solidFill>
                  <a:schemeClr val="bg2"/>
                </a:solidFill>
              </a:rPr>
              <a:t>bidang data</a:t>
            </a:r>
            <a:endParaRPr lang="id-ID" sz="1400" dirty="0"/>
          </a:p>
        </p:txBody>
      </p:sp>
      <p:sp>
        <p:nvSpPr>
          <p:cNvPr id="36" name="Shape 24"/>
          <p:cNvSpPr/>
          <p:nvPr/>
        </p:nvSpPr>
        <p:spPr>
          <a:xfrm>
            <a:off x="3425114" y="5029200"/>
            <a:ext cx="2556434" cy="1097280"/>
          </a:xfrm>
          <a:prstGeom prst="roundRect">
            <a:avLst>
              <a:gd name="adj" fmla="val 10000"/>
            </a:avLst>
          </a:prstGeom>
          <a:solidFill>
            <a:schemeClr val="tx1"/>
          </a:solidFill>
          <a:ln w="12700">
            <a:solidFill>
              <a:schemeClr val="tx1"/>
            </a:solidFill>
            <a:prstDash val="solid"/>
          </a:ln>
        </p:spPr>
      </p:sp>
      <p:sp>
        <p:nvSpPr>
          <p:cNvPr id="37" name="Text 25"/>
          <p:cNvSpPr txBox="1"/>
          <p:nvPr/>
        </p:nvSpPr>
        <p:spPr>
          <a:xfrm>
            <a:off x="3699434" y="5102352"/>
            <a:ext cx="2007794" cy="548640"/>
          </a:xfrm>
          <a:prstGeom prst="rect">
            <a:avLst/>
          </a:prstGeom>
          <a:noFill/>
          <a:ln/>
        </p:spPr>
        <p:txBody>
          <a:bodyPr wrap="square" lIns="0" tIns="0" rIns="0" bIns="0" rtlCol="0" anchor="ctr"/>
          <a:lstStyle/>
          <a:p>
            <a:pPr indent="0" marL="0">
              <a:buNone/>
            </a:pPr>
            <a:r>
              <a:rPr lang="id-ID" altLang="en-US" sz="2800" b="1" dirty="0">
                <a:solidFill>
                  <a:schemeClr val="accent4"/>
                </a:solidFill>
                <a:latin typeface="Cambria" pitchFamily="34" charset="0"/>
                <a:ea typeface="Cambria" pitchFamily="34" charset="-122"/>
                <a:cs typeface="Cambria" pitchFamily="34" charset="-120"/>
              </a:rPr>
              <a:t>43</a:t>
            </a:r>
            <a:endParaRPr lang="id-ID" sz="2800" dirty="0"/>
          </a:p>
        </p:txBody>
      </p:sp>
      <p:sp>
        <p:nvSpPr>
          <p:cNvPr id="38" name="Text 26"/>
          <p:cNvSpPr txBox="1"/>
          <p:nvPr/>
        </p:nvSpPr>
        <p:spPr>
          <a:xfrm>
            <a:off x="3699434" y="5669280"/>
            <a:ext cx="2099234" cy="365760"/>
          </a:xfrm>
          <a:prstGeom prst="rect">
            <a:avLst/>
          </a:prstGeom>
          <a:noFill/>
          <a:ln/>
        </p:spPr>
        <p:txBody>
          <a:bodyPr wrap="square" lIns="0" tIns="0" rIns="0" bIns="0" rtlCol="0" anchor="ctr"/>
          <a:lstStyle/>
          <a:p>
            <a:pPr indent="0" marL="0">
              <a:buNone/>
            </a:pPr>
            <a:r>
              <a:rPr lang="id-ID" altLang="en-US" sz="1400" dirty="0">
                <a:solidFill>
                  <a:schemeClr val="bg2"/>
                </a:solidFill>
              </a:rPr>
              <a:t>tabel yang terhubung</a:t>
            </a:r>
            <a:endParaRPr lang="id-ID" sz="1400" dirty="0"/>
          </a:p>
        </p:txBody>
      </p:sp>
      <p:sp>
        <p:nvSpPr>
          <p:cNvPr id="39" name="Shape 27"/>
          <p:cNvSpPr/>
          <p:nvPr/>
        </p:nvSpPr>
        <p:spPr>
          <a:xfrm>
            <a:off x="6210148" y="5029200"/>
            <a:ext cx="2556434" cy="1097280"/>
          </a:xfrm>
          <a:prstGeom prst="roundRect">
            <a:avLst>
              <a:gd name="adj" fmla="val 10000"/>
            </a:avLst>
          </a:prstGeom>
          <a:solidFill>
            <a:schemeClr val="tx1"/>
          </a:solidFill>
          <a:ln w="12700">
            <a:solidFill>
              <a:schemeClr val="tx1"/>
            </a:solidFill>
            <a:prstDash val="solid"/>
          </a:ln>
        </p:spPr>
      </p:sp>
      <p:sp>
        <p:nvSpPr>
          <p:cNvPr id="40" name="Text 28"/>
          <p:cNvSpPr txBox="1"/>
          <p:nvPr/>
        </p:nvSpPr>
        <p:spPr>
          <a:xfrm>
            <a:off x="6484468" y="5102352"/>
            <a:ext cx="2007794" cy="548640"/>
          </a:xfrm>
          <a:prstGeom prst="rect">
            <a:avLst/>
          </a:prstGeom>
          <a:noFill/>
          <a:ln/>
        </p:spPr>
        <p:txBody>
          <a:bodyPr wrap="square" lIns="0" tIns="0" rIns="0" bIns="0" rtlCol="0" anchor="ctr"/>
          <a:lstStyle/>
          <a:p>
            <a:pPr indent="0" marL="0">
              <a:buNone/>
            </a:pPr>
            <a:r>
              <a:rPr lang="id-ID" altLang="en-US" sz="2800" b="1" dirty="0">
                <a:solidFill>
                  <a:schemeClr val="accent4"/>
                </a:solidFill>
                <a:latin typeface="Cambria" pitchFamily="34" charset="0"/>
                <a:ea typeface="Cambria" pitchFamily="34" charset="-122"/>
                <a:cs typeface="Cambria" pitchFamily="34" charset="-120"/>
              </a:rPr>
              <a:t>5+</a:t>
            </a:r>
            <a:endParaRPr lang="id-ID" sz="2800" dirty="0"/>
          </a:p>
        </p:txBody>
      </p:sp>
      <p:sp>
        <p:nvSpPr>
          <p:cNvPr id="41" name="Text 29"/>
          <p:cNvSpPr txBox="1"/>
          <p:nvPr/>
        </p:nvSpPr>
        <p:spPr>
          <a:xfrm>
            <a:off x="6484468" y="5669280"/>
            <a:ext cx="2099234" cy="365760"/>
          </a:xfrm>
          <a:prstGeom prst="rect">
            <a:avLst/>
          </a:prstGeom>
          <a:noFill/>
          <a:ln/>
        </p:spPr>
        <p:txBody>
          <a:bodyPr wrap="square" lIns="0" tIns="0" rIns="0" bIns="0" rtlCol="0" anchor="ctr"/>
          <a:lstStyle/>
          <a:p>
            <a:pPr indent="0" marL="0">
              <a:buNone/>
            </a:pPr>
            <a:r>
              <a:rPr lang="id-ID" altLang="en-US" sz="1400" dirty="0">
                <a:solidFill>
                  <a:schemeClr val="bg2"/>
                </a:solidFill>
              </a:rPr>
              <a:t>tahun riwayat dalam contoh</a:t>
            </a:r>
            <a:endParaRPr lang="id-ID" sz="1400" dirty="0"/>
          </a:p>
        </p:txBody>
      </p:sp>
      <p:sp>
        <p:nvSpPr>
          <p:cNvPr id="42" name="Shape 30"/>
          <p:cNvSpPr/>
          <p:nvPr/>
        </p:nvSpPr>
        <p:spPr>
          <a:xfrm>
            <a:off x="8995181" y="5029200"/>
            <a:ext cx="2556434" cy="1097280"/>
          </a:xfrm>
          <a:prstGeom prst="roundRect">
            <a:avLst>
              <a:gd name="adj" fmla="val 10000"/>
            </a:avLst>
          </a:prstGeom>
          <a:solidFill>
            <a:schemeClr val="tx1"/>
          </a:solidFill>
          <a:ln w="12700">
            <a:solidFill>
              <a:schemeClr val="tx1"/>
            </a:solidFill>
            <a:prstDash val="solid"/>
          </a:ln>
        </p:spPr>
      </p:sp>
      <p:sp>
        <p:nvSpPr>
          <p:cNvPr id="43" name="Text 31"/>
          <p:cNvSpPr txBox="1"/>
          <p:nvPr/>
        </p:nvSpPr>
        <p:spPr>
          <a:xfrm>
            <a:off x="9269501" y="5102352"/>
            <a:ext cx="2007794" cy="548640"/>
          </a:xfrm>
          <a:prstGeom prst="rect">
            <a:avLst/>
          </a:prstGeom>
          <a:noFill/>
          <a:ln/>
        </p:spPr>
        <p:txBody>
          <a:bodyPr wrap="square" lIns="0" tIns="0" rIns="0" bIns="0" rtlCol="0" anchor="ctr"/>
          <a:lstStyle/>
          <a:p>
            <a:pPr indent="0" marL="0">
              <a:buNone/>
            </a:pPr>
            <a:r>
              <a:rPr lang="id-ID" altLang="en-US" sz="2800" b="1" dirty="0">
                <a:solidFill>
                  <a:schemeClr val="accent4"/>
                </a:solidFill>
                <a:latin typeface="Cambria" pitchFamily="34" charset="0"/>
                <a:ea typeface="Cambria" pitchFamily="34" charset="-122"/>
                <a:cs typeface="Cambria" pitchFamily="34" charset="-120"/>
              </a:rPr>
              <a:t>1.734</a:t>
            </a:r>
            <a:endParaRPr lang="id-ID" sz="2800" dirty="0"/>
          </a:p>
        </p:txBody>
      </p:sp>
      <p:sp>
        <p:nvSpPr>
          <p:cNvPr id="44" name="Text 32"/>
          <p:cNvSpPr txBox="1"/>
          <p:nvPr/>
        </p:nvSpPr>
        <p:spPr>
          <a:xfrm>
            <a:off x="9269501" y="5669280"/>
            <a:ext cx="2099234" cy="365760"/>
          </a:xfrm>
          <a:prstGeom prst="rect">
            <a:avLst/>
          </a:prstGeom>
          <a:noFill/>
          <a:ln/>
        </p:spPr>
        <p:txBody>
          <a:bodyPr wrap="square" lIns="0" tIns="0" rIns="0" bIns="0" rtlCol="0" anchor="ctr"/>
          <a:lstStyle/>
          <a:p>
            <a:pPr indent="0" marL="0">
              <a:buNone/>
            </a:pPr>
            <a:r>
              <a:rPr lang="id-ID" altLang="en-US" sz="1400" dirty="0">
                <a:solidFill>
                  <a:schemeClr val="bg2"/>
                </a:solidFill>
              </a:rPr>
              <a:t>Misa tercatat</a:t>
            </a:r>
            <a:endParaRPr lang="id-ID" sz="1400" dirty="0"/>
          </a:p>
        </p:txBody>
      </p:sp>
      <p:sp>
        <p:nvSpPr>
          <p:cNvPr id="45" name="Text 33"/>
          <p:cNvSpPr txBox="1"/>
          <p:nvPr/>
        </p:nvSpPr>
        <p:spPr>
          <a:xfrm>
            <a:off x="5669280" y="6355080"/>
            <a:ext cx="5212080" cy="274320"/>
          </a:xfrm>
          <a:prstGeom prst="rect">
            <a:avLst/>
          </a:prstGeom>
          <a:noFill/>
          <a:ln/>
        </p:spPr>
        <p:txBody>
          <a:bodyPr wrap="square" lIns="0" tIns="0" rIns="0" bIns="0" rtlCol="0" anchor="ctr"/>
          <a:lstStyle/>
          <a:p>
            <a:pPr algn="r" indent="0" marL="0">
              <a:buNone/>
            </a:pPr>
            <a:r>
              <a:rPr lang="id-ID" altLang="en-US" sz="1100" b="1" dirty="0">
                <a:solidFill>
                  <a:schemeClr val="accent3"/>
                </a:solidFill>
              </a:rPr>
              <a:t>1 Kumpulkan</a:t>
            </a:r>
            <a:pPr algn="r" indent="0" marL="0">
              <a:buNone/>
            </a:pPr>
            <a:r>
              <a:rPr lang="id-ID" altLang="en-US" sz="1100" dirty="0">
                <a:solidFill>
                  <a:schemeClr val="tx2"/>
                </a:solidFill>
              </a:rPr>
              <a:t>  ·  </a:t>
            </a:r>
            <a:pPr algn="r" indent="0" marL="0">
              <a:buNone/>
            </a:pPr>
            <a:r>
              <a:rPr lang="id-ID" altLang="en-US" sz="1100" dirty="0">
                <a:solidFill>
                  <a:schemeClr val="tx2"/>
                </a:solidFill>
              </a:rPr>
              <a:t>2 Bagikan</a:t>
            </a:r>
            <a:pPr algn="r" indent="0" marL="0">
              <a:buNone/>
            </a:pPr>
            <a:r>
              <a:rPr lang="id-ID" altLang="en-US" sz="1100" dirty="0">
                <a:solidFill>
                  <a:schemeClr val="tx2"/>
                </a:solidFill>
              </a:rPr>
              <a:t>  ·  </a:t>
            </a:r>
            <a:pPr algn="r" indent="0" marL="0">
              <a:buNone/>
            </a:pPr>
            <a:r>
              <a:rPr lang="id-ID" altLang="en-US" sz="1100" dirty="0">
                <a:solidFill>
                  <a:schemeClr val="tx2"/>
                </a:solidFill>
              </a:rPr>
              <a:t>3 Pahami</a:t>
            </a:r>
            <a:endParaRPr lang="id-ID" sz="1100" dirty="0"/>
          </a:p>
        </p:txBody>
      </p:sp>
      <p:sp>
        <p:nvSpPr>
          <p:cNvPr id="25" name="Slide Number Placeholder 0"/>
          <p:cNvSpPr>
            <a:spLocks noGrp="1"/>
          </p:cNvSpPr>
          <p:nvPr>
            <p:ph type="sldNum" sz="quarter" idx="4294967295"/>
          </p:nvPr>
        </p:nvSpPr>
        <p:spPr>
          <a:xfrm>
            <a:off x="11000232"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tx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ext 0"/>
          <p:cNvSpPr/>
          <p:nvPr>
            <p:ph idx="100" type="body" hasCustomPrompt="1"/>
          </p:nvPr>
        </p:nvSpPr>
        <p:spPr>
          <a:xfrm>
            <a:off x="640080" y="502920"/>
            <a:ext cx="10911535" cy="320040"/>
          </a:xfrm>
          <a:prstGeom prst="rect">
            <a:avLst/>
          </a:prstGeom>
          <a:noFill/>
          <a:ln/>
        </p:spPr>
        <p:txBody>
          <a:bodyPr wrap="square" lIns="0" tIns="0" rIns="0" bIns="0" rtlCol="0" anchor="t"/>
          <a:lstStyle/>
          <a:p>
            <a:pPr algn="l" indent="0" marL="0">
              <a:buNone/>
            </a:pPr>
            <a:r>
              <a:rPr lang="id-ID" altLang="en-US" sz="1200" b="1" spc="200" kern="0" dirty="0">
                <a:solidFill>
                  <a:schemeClr val="accent3"/>
                </a:solidFill>
              </a:rPr>
              <a:t>LANGKAH 1 · KUMPULKAN · CONTOH</a:t>
            </a:r>
            <a:endParaRPr lang="id-ID" sz="1200" dirty="0"/>
          </a:p>
        </p:txBody>
      </p:sp>
      <p:sp>
        <p:nvSpPr>
          <p:cNvPr id="4" name="Text 0"/>
          <p:cNvSpPr/>
          <p:nvPr>
            <p:ph idx="101" type="title" hasCustomPrompt="1"/>
          </p:nvPr>
        </p:nvSpPr>
        <p:spPr>
          <a:xfrm>
            <a:off x="640080" y="841248"/>
            <a:ext cx="10911535" cy="822960"/>
          </a:xfrm>
          <a:prstGeom prst="rect">
            <a:avLst/>
          </a:prstGeom>
          <a:noFill/>
          <a:ln/>
        </p:spPr>
        <p:txBody>
          <a:bodyPr wrap="square" lIns="0" tIns="0" rIns="0" bIns="0" rtlCol="0" anchor="t"/>
          <a:lstStyle/>
          <a:p>
            <a:pPr algn="l" indent="0" marL="0">
              <a:buNone/>
            </a:pPr>
            <a:r>
              <a:rPr lang="id-ID" altLang="en-US" sz="3400" b="1" dirty="0">
                <a:solidFill>
                  <a:schemeClr val="tx1"/>
                </a:solidFill>
              </a:rPr>
              <a:t>Satu kegiatan, satu cerita yang utuh</a:t>
            </a:r>
            <a:endParaRPr lang="id-ID" sz="3400" dirty="0"/>
          </a:p>
        </p:txBody>
      </p:sp>
      <p:sp>
        <p:nvSpPr>
          <p:cNvPr id="5" name="Shape 2"/>
          <p:cNvSpPr/>
          <p:nvPr/>
        </p:nvSpPr>
        <p:spPr>
          <a:xfrm>
            <a:off x="640080" y="1874520"/>
            <a:ext cx="2350694" cy="2880360"/>
          </a:xfrm>
          <a:prstGeom prst="roundRect">
            <a:avLst>
              <a:gd name="adj" fmla="val 5835"/>
            </a:avLst>
          </a:prstGeom>
          <a:solidFill>
            <a:schemeClr val="bg1"/>
          </a:solidFill>
          <a:ln w="12700">
            <a:solidFill>
              <a:schemeClr val="accent6"/>
            </a:solidFill>
            <a:prstDash val="solid"/>
          </a:ln>
        </p:spPr>
      </p:sp>
      <p:sp>
        <p:nvSpPr>
          <p:cNvPr id="6" name="Text 3"/>
          <p:cNvSpPr txBox="1"/>
          <p:nvPr/>
        </p:nvSpPr>
        <p:spPr>
          <a:xfrm>
            <a:off x="868680" y="2103120"/>
            <a:ext cx="1893494" cy="274320"/>
          </a:xfrm>
          <a:prstGeom prst="rect">
            <a:avLst/>
          </a:prstGeom>
          <a:noFill/>
          <a:ln/>
        </p:spPr>
        <p:txBody>
          <a:bodyPr wrap="square" lIns="0" tIns="0" rIns="0" bIns="0" rtlCol="0" anchor="ctr"/>
          <a:lstStyle/>
          <a:p>
            <a:pPr indent="0" marL="0">
              <a:buNone/>
            </a:pPr>
            <a:r>
              <a:rPr lang="id-ID" altLang="en-US" sz="1200" b="1" spc="150" kern="0" dirty="0">
                <a:solidFill>
                  <a:schemeClr val="accent3"/>
                </a:solidFill>
              </a:rPr>
              <a:t>RENCANA KERJA</a:t>
            </a:r>
            <a:endParaRPr lang="id-ID" sz="1200" dirty="0"/>
          </a:p>
        </p:txBody>
      </p:sp>
      <p:sp>
        <p:nvSpPr>
          <p:cNvPr id="7" name="Text 4"/>
          <p:cNvSpPr txBox="1"/>
          <p:nvPr/>
        </p:nvSpPr>
        <p:spPr>
          <a:xfrm>
            <a:off x="868680" y="2468880"/>
            <a:ext cx="1893494" cy="1005840"/>
          </a:xfrm>
          <a:prstGeom prst="rect">
            <a:avLst/>
          </a:prstGeom>
          <a:noFill/>
          <a:ln/>
        </p:spPr>
        <p:txBody>
          <a:bodyPr wrap="square" lIns="0" tIns="0" rIns="0" bIns="0" rtlCol="0" anchor="t"/>
          <a:lstStyle/>
          <a:p>
            <a:pPr indent="0" marL="0">
              <a:buNone/>
            </a:pPr>
            <a:r>
              <a:rPr lang="id-ID" altLang="en-US" sz="2000" b="1" dirty="0">
                <a:solidFill>
                  <a:schemeClr val="tx1"/>
                </a:solidFill>
                <a:latin typeface="Cambria" pitchFamily="34" charset="0"/>
                <a:ea typeface="Cambria" pitchFamily="34" charset="-122"/>
                <a:cs typeface="Cambria" pitchFamily="34" charset="-120"/>
              </a:rPr>
              <a:t>Pelatihan Lektor dan Pemazmur</a:t>
            </a:r>
            <a:endParaRPr lang="id-ID" sz="2000" dirty="0"/>
          </a:p>
        </p:txBody>
      </p:sp>
      <p:sp>
        <p:nvSpPr>
          <p:cNvPr id="8" name="Text 5"/>
          <p:cNvSpPr txBox="1"/>
          <p:nvPr/>
        </p:nvSpPr>
        <p:spPr>
          <a:xfrm>
            <a:off x="868680" y="3611880"/>
            <a:ext cx="1893494" cy="1005840"/>
          </a:xfrm>
          <a:prstGeom prst="rect">
            <a:avLst/>
          </a:prstGeom>
          <a:noFill/>
          <a:ln/>
        </p:spPr>
        <p:txBody>
          <a:bodyPr wrap="square" lIns="0" tIns="0" rIns="0" bIns="0" rtlCol="0" anchor="t"/>
          <a:lstStyle/>
          <a:p>
            <a:pPr indent="0" marL="0">
              <a:buNone/>
            </a:pPr>
            <a:r>
              <a:rPr lang="id-ID" altLang="en-US" sz="1400" dirty="0">
                <a:solidFill>
                  <a:schemeClr val="tx2"/>
                </a:solidFill>
              </a:rPr>
              <a:t>Direncanakan Seksi Liturgi untuk tahun 2021</a:t>
            </a:r>
            <a:endParaRPr lang="id-ID" sz="1400" dirty="0"/>
          </a:p>
        </p:txBody>
      </p:sp>
      <p:sp>
        <p:nvSpPr>
          <p:cNvPr id="9" name="Shape 6"/>
          <p:cNvSpPr/>
          <p:nvPr/>
        </p:nvSpPr>
        <p:spPr>
          <a:xfrm>
            <a:off x="3077642" y="3154680"/>
            <a:ext cx="329184" cy="256032"/>
          </a:xfrm>
          <a:prstGeom prst="rightArrow">
            <a:avLst/>
          </a:prstGeom>
          <a:solidFill>
            <a:schemeClr val="accent2"/>
          </a:solidFill>
          <a:ln w="12700">
            <a:solidFill>
              <a:schemeClr val="accent2"/>
            </a:solidFill>
            <a:prstDash val="solid"/>
          </a:ln>
        </p:spPr>
      </p:sp>
      <p:sp>
        <p:nvSpPr>
          <p:cNvPr id="10" name="Shape 7"/>
          <p:cNvSpPr/>
          <p:nvPr/>
        </p:nvSpPr>
        <p:spPr>
          <a:xfrm>
            <a:off x="3493694" y="1874520"/>
            <a:ext cx="2350694" cy="2880360"/>
          </a:xfrm>
          <a:prstGeom prst="roundRect">
            <a:avLst>
              <a:gd name="adj" fmla="val 5835"/>
            </a:avLst>
          </a:prstGeom>
          <a:solidFill>
            <a:schemeClr val="bg1"/>
          </a:solidFill>
          <a:ln w="12700">
            <a:solidFill>
              <a:schemeClr val="accent6"/>
            </a:solidFill>
            <a:prstDash val="solid"/>
          </a:ln>
        </p:spPr>
      </p:sp>
      <p:sp>
        <p:nvSpPr>
          <p:cNvPr id="11" name="Text 8"/>
          <p:cNvSpPr txBox="1"/>
          <p:nvPr/>
        </p:nvSpPr>
        <p:spPr>
          <a:xfrm>
            <a:off x="3722294" y="2103120"/>
            <a:ext cx="1893494" cy="274320"/>
          </a:xfrm>
          <a:prstGeom prst="rect">
            <a:avLst/>
          </a:prstGeom>
          <a:noFill/>
          <a:ln/>
        </p:spPr>
        <p:txBody>
          <a:bodyPr wrap="square" lIns="0" tIns="0" rIns="0" bIns="0" rtlCol="0" anchor="ctr"/>
          <a:lstStyle/>
          <a:p>
            <a:pPr indent="0" marL="0">
              <a:buNone/>
            </a:pPr>
            <a:r>
              <a:rPr lang="id-ID" altLang="en-US" sz="1200" b="1" spc="150" kern="0" dirty="0">
                <a:solidFill>
                  <a:schemeClr val="accent3"/>
                </a:solidFill>
              </a:rPr>
              <a:t>ANGGARAN</a:t>
            </a:r>
            <a:endParaRPr lang="id-ID" sz="1200" dirty="0"/>
          </a:p>
        </p:txBody>
      </p:sp>
      <p:sp>
        <p:nvSpPr>
          <p:cNvPr id="12" name="Text 9"/>
          <p:cNvSpPr txBox="1"/>
          <p:nvPr/>
        </p:nvSpPr>
        <p:spPr>
          <a:xfrm>
            <a:off x="3722294" y="2468880"/>
            <a:ext cx="1893494" cy="1005840"/>
          </a:xfrm>
          <a:prstGeom prst="rect">
            <a:avLst/>
          </a:prstGeom>
          <a:noFill/>
          <a:ln/>
        </p:spPr>
        <p:txBody>
          <a:bodyPr wrap="square" lIns="0" tIns="0" rIns="0" bIns="0" rtlCol="0" anchor="t"/>
          <a:lstStyle/>
          <a:p>
            <a:pPr indent="0" marL="0">
              <a:buNone/>
            </a:pPr>
            <a:r>
              <a:rPr lang="id-ID" altLang="en-US" sz="2000" b="1" dirty="0">
                <a:solidFill>
                  <a:schemeClr val="tx1"/>
                </a:solidFill>
                <a:latin typeface="Cambria" pitchFamily="34" charset="0"/>
                <a:ea typeface="Cambria" pitchFamily="34" charset="-122"/>
                <a:cs typeface="Cambria" pitchFamily="34" charset="-120"/>
              </a:rPr>
              <a:t>Rp 1.750.000</a:t>
            </a:r>
            <a:endParaRPr lang="id-ID" sz="2000" dirty="0"/>
          </a:p>
        </p:txBody>
      </p:sp>
      <p:sp>
        <p:nvSpPr>
          <p:cNvPr id="13" name="Text 10"/>
          <p:cNvSpPr txBox="1"/>
          <p:nvPr/>
        </p:nvSpPr>
        <p:spPr>
          <a:xfrm>
            <a:off x="3722294" y="3611880"/>
            <a:ext cx="1893494" cy="1005840"/>
          </a:xfrm>
          <a:prstGeom prst="rect">
            <a:avLst/>
          </a:prstGeom>
          <a:noFill/>
          <a:ln/>
        </p:spPr>
        <p:txBody>
          <a:bodyPr wrap="square" lIns="0" tIns="0" rIns="0" bIns="0" rtlCol="0" anchor="t"/>
          <a:lstStyle/>
          <a:p>
            <a:pPr indent="0" marL="0">
              <a:buNone/>
            </a:pPr>
            <a:r>
              <a:rPr lang="id-ID" altLang="en-US" sz="1400" dirty="0">
                <a:solidFill>
                  <a:schemeClr val="tx2"/>
                </a:solidFill>
              </a:rPr>
              <a:t>Disiapkan untuk kegiatan ini</a:t>
            </a:r>
            <a:endParaRPr lang="id-ID" sz="1400" dirty="0"/>
          </a:p>
        </p:txBody>
      </p:sp>
      <p:sp>
        <p:nvSpPr>
          <p:cNvPr id="14" name="Shape 11"/>
          <p:cNvSpPr/>
          <p:nvPr/>
        </p:nvSpPr>
        <p:spPr>
          <a:xfrm>
            <a:off x="5931256" y="3154680"/>
            <a:ext cx="329184" cy="256032"/>
          </a:xfrm>
          <a:prstGeom prst="rightArrow">
            <a:avLst/>
          </a:prstGeom>
          <a:solidFill>
            <a:schemeClr val="accent2"/>
          </a:solidFill>
          <a:ln w="12700">
            <a:solidFill>
              <a:schemeClr val="accent2"/>
            </a:solidFill>
            <a:prstDash val="solid"/>
          </a:ln>
        </p:spPr>
      </p:sp>
      <p:sp>
        <p:nvSpPr>
          <p:cNvPr id="15" name="Shape 12"/>
          <p:cNvSpPr/>
          <p:nvPr/>
        </p:nvSpPr>
        <p:spPr>
          <a:xfrm>
            <a:off x="6347308" y="1874520"/>
            <a:ext cx="2350694" cy="2880360"/>
          </a:xfrm>
          <a:prstGeom prst="roundRect">
            <a:avLst>
              <a:gd name="adj" fmla="val 5835"/>
            </a:avLst>
          </a:prstGeom>
          <a:solidFill>
            <a:schemeClr val="bg1"/>
          </a:solidFill>
          <a:ln w="12700">
            <a:solidFill>
              <a:schemeClr val="accent6"/>
            </a:solidFill>
            <a:prstDash val="solid"/>
          </a:ln>
        </p:spPr>
      </p:sp>
      <p:sp>
        <p:nvSpPr>
          <p:cNvPr id="16" name="Text 13"/>
          <p:cNvSpPr txBox="1"/>
          <p:nvPr/>
        </p:nvSpPr>
        <p:spPr>
          <a:xfrm>
            <a:off x="6575908" y="2103120"/>
            <a:ext cx="1893494" cy="274320"/>
          </a:xfrm>
          <a:prstGeom prst="rect">
            <a:avLst/>
          </a:prstGeom>
          <a:noFill/>
          <a:ln/>
        </p:spPr>
        <p:txBody>
          <a:bodyPr wrap="square" lIns="0" tIns="0" rIns="0" bIns="0" rtlCol="0" anchor="ctr"/>
          <a:lstStyle/>
          <a:p>
            <a:pPr indent="0" marL="0">
              <a:buNone/>
            </a:pPr>
            <a:r>
              <a:rPr lang="id-ID" altLang="en-US" sz="1200" b="1" spc="150" kern="0" dirty="0">
                <a:solidFill>
                  <a:schemeClr val="accent3"/>
                </a:solidFill>
              </a:rPr>
              <a:t>KEGIATAN</a:t>
            </a:r>
            <a:endParaRPr lang="id-ID" sz="1200" dirty="0"/>
          </a:p>
        </p:txBody>
      </p:sp>
      <p:sp>
        <p:nvSpPr>
          <p:cNvPr id="17" name="Text 14"/>
          <p:cNvSpPr txBox="1"/>
          <p:nvPr/>
        </p:nvSpPr>
        <p:spPr>
          <a:xfrm>
            <a:off x="6575908" y="2468880"/>
            <a:ext cx="1893494" cy="1005840"/>
          </a:xfrm>
          <a:prstGeom prst="rect">
            <a:avLst/>
          </a:prstGeom>
          <a:noFill/>
          <a:ln/>
        </p:spPr>
        <p:txBody>
          <a:bodyPr wrap="square" lIns="0" tIns="0" rIns="0" bIns="0" rtlCol="0" anchor="t"/>
          <a:lstStyle/>
          <a:p>
            <a:pPr indent="0" marL="0">
              <a:buNone/>
            </a:pPr>
            <a:r>
              <a:rPr lang="id-ID" altLang="en-US" sz="2000" b="1" dirty="0">
                <a:solidFill>
                  <a:schemeClr val="tx1"/>
                </a:solidFill>
                <a:latin typeface="Cambria" pitchFamily="34" charset="0"/>
                <a:ea typeface="Cambria" pitchFamily="34" charset="-122"/>
                <a:cs typeface="Cambria" pitchFamily="34" charset="-120"/>
              </a:rPr>
              <a:t>14 Februari 2021</a:t>
            </a:r>
            <a:endParaRPr lang="id-ID" sz="2000" dirty="0"/>
          </a:p>
        </p:txBody>
      </p:sp>
      <p:sp>
        <p:nvSpPr>
          <p:cNvPr id="18" name="Text 15"/>
          <p:cNvSpPr txBox="1"/>
          <p:nvPr/>
        </p:nvSpPr>
        <p:spPr>
          <a:xfrm>
            <a:off x="6575908" y="3611880"/>
            <a:ext cx="1893494" cy="1005840"/>
          </a:xfrm>
          <a:prstGeom prst="rect">
            <a:avLst/>
          </a:prstGeom>
          <a:noFill/>
          <a:ln/>
        </p:spPr>
        <p:txBody>
          <a:bodyPr wrap="square" lIns="0" tIns="0" rIns="0" bIns="0" rtlCol="0" anchor="t"/>
          <a:lstStyle/>
          <a:p>
            <a:pPr indent="0" marL="0">
              <a:buNone/>
            </a:pPr>
            <a:r>
              <a:rPr lang="id-ID" altLang="en-US" sz="1400" dirty="0">
                <a:solidFill>
                  <a:schemeClr val="tx2"/>
                </a:solidFill>
              </a:rPr>
              <a:t>Di Aula Paroki. Target 30 peserta, yang hadir 29</a:t>
            </a:r>
            <a:endParaRPr lang="id-ID" sz="1400" dirty="0"/>
          </a:p>
        </p:txBody>
      </p:sp>
      <p:sp>
        <p:nvSpPr>
          <p:cNvPr id="19" name="Shape 16"/>
          <p:cNvSpPr/>
          <p:nvPr/>
        </p:nvSpPr>
        <p:spPr>
          <a:xfrm>
            <a:off x="8784869" y="3154680"/>
            <a:ext cx="329184" cy="256032"/>
          </a:xfrm>
          <a:prstGeom prst="rightArrow">
            <a:avLst/>
          </a:prstGeom>
          <a:solidFill>
            <a:schemeClr val="accent2"/>
          </a:solidFill>
          <a:ln w="12700">
            <a:solidFill>
              <a:schemeClr val="accent2"/>
            </a:solidFill>
            <a:prstDash val="solid"/>
          </a:ln>
        </p:spPr>
      </p:sp>
      <p:sp>
        <p:nvSpPr>
          <p:cNvPr id="20" name="Shape 17"/>
          <p:cNvSpPr/>
          <p:nvPr/>
        </p:nvSpPr>
        <p:spPr>
          <a:xfrm>
            <a:off x="9200921" y="1874520"/>
            <a:ext cx="2350694" cy="2880360"/>
          </a:xfrm>
          <a:prstGeom prst="roundRect">
            <a:avLst>
              <a:gd name="adj" fmla="val 5835"/>
            </a:avLst>
          </a:prstGeom>
          <a:solidFill>
            <a:schemeClr val="bg1"/>
          </a:solidFill>
          <a:ln w="12700">
            <a:solidFill>
              <a:schemeClr val="accent6"/>
            </a:solidFill>
            <a:prstDash val="solid"/>
          </a:ln>
        </p:spPr>
      </p:sp>
      <p:sp>
        <p:nvSpPr>
          <p:cNvPr id="21" name="Text 18"/>
          <p:cNvSpPr txBox="1"/>
          <p:nvPr/>
        </p:nvSpPr>
        <p:spPr>
          <a:xfrm>
            <a:off x="9429521" y="2103120"/>
            <a:ext cx="1893494" cy="274320"/>
          </a:xfrm>
          <a:prstGeom prst="rect">
            <a:avLst/>
          </a:prstGeom>
          <a:noFill/>
          <a:ln/>
        </p:spPr>
        <p:txBody>
          <a:bodyPr wrap="square" lIns="0" tIns="0" rIns="0" bIns="0" rtlCol="0" anchor="ctr"/>
          <a:lstStyle/>
          <a:p>
            <a:pPr indent="0" marL="0">
              <a:buNone/>
            </a:pPr>
            <a:r>
              <a:rPr lang="id-ID" altLang="en-US" sz="1200" b="1" spc="150" kern="0" dirty="0">
                <a:solidFill>
                  <a:schemeClr val="accent3"/>
                </a:solidFill>
              </a:rPr>
              <a:t>LAPORAN</a:t>
            </a:r>
            <a:endParaRPr lang="id-ID" sz="1200" dirty="0"/>
          </a:p>
        </p:txBody>
      </p:sp>
      <p:sp>
        <p:nvSpPr>
          <p:cNvPr id="22" name="Text 19"/>
          <p:cNvSpPr txBox="1"/>
          <p:nvPr/>
        </p:nvSpPr>
        <p:spPr>
          <a:xfrm>
            <a:off x="9429521" y="2468880"/>
            <a:ext cx="1893494" cy="1005840"/>
          </a:xfrm>
          <a:prstGeom prst="rect">
            <a:avLst/>
          </a:prstGeom>
          <a:noFill/>
          <a:ln/>
        </p:spPr>
        <p:txBody>
          <a:bodyPr wrap="square" lIns="0" tIns="0" rIns="0" bIns="0" rtlCol="0" anchor="t"/>
          <a:lstStyle/>
          <a:p>
            <a:pPr indent="0" marL="0">
              <a:buNone/>
            </a:pPr>
            <a:r>
              <a:rPr lang="id-ID" altLang="en-US" sz="2000" b="1" dirty="0">
                <a:solidFill>
                  <a:schemeClr val="tx1"/>
                </a:solidFill>
                <a:latin typeface="Cambria" pitchFamily="34" charset="0"/>
                <a:ea typeface="Cambria" pitchFamily="34" charset="-122"/>
                <a:cs typeface="Cambria" pitchFamily="34" charset="-120"/>
              </a:rPr>
              <a:t>Final, 26 Februari 2021</a:t>
            </a:r>
            <a:endParaRPr lang="id-ID" sz="2000" dirty="0"/>
          </a:p>
        </p:txBody>
      </p:sp>
      <p:sp>
        <p:nvSpPr>
          <p:cNvPr id="23" name="Text 20"/>
          <p:cNvSpPr txBox="1"/>
          <p:nvPr/>
        </p:nvSpPr>
        <p:spPr>
          <a:xfrm>
            <a:off x="9429521" y="3611880"/>
            <a:ext cx="1893494" cy="1005840"/>
          </a:xfrm>
          <a:prstGeom prst="rect">
            <a:avLst/>
          </a:prstGeom>
          <a:noFill/>
          <a:ln/>
        </p:spPr>
        <p:txBody>
          <a:bodyPr wrap="square" lIns="0" tIns="0" rIns="0" bIns="0" rtlCol="0" anchor="t"/>
          <a:lstStyle/>
          <a:p>
            <a:pPr indent="0" marL="0">
              <a:buNone/>
            </a:pPr>
            <a:r>
              <a:rPr lang="id-ID" altLang="en-US" sz="1400" dirty="0">
                <a:solidFill>
                  <a:schemeClr val="tx2"/>
                </a:solidFill>
              </a:rPr>
              <a:t>Biaya terpakai Rp 1.740.000. Tersedia sebagai PDF</a:t>
            </a:r>
            <a:endParaRPr lang="id-ID" sz="1400" dirty="0"/>
          </a:p>
        </p:txBody>
      </p:sp>
      <p:sp>
        <p:nvSpPr>
          <p:cNvPr id="24" name="Text 21"/>
          <p:cNvSpPr txBox="1"/>
          <p:nvPr/>
        </p:nvSpPr>
        <p:spPr>
          <a:xfrm>
            <a:off x="640080" y="5074920"/>
            <a:ext cx="10911535" cy="731520"/>
          </a:xfrm>
          <a:prstGeom prst="rect">
            <a:avLst/>
          </a:prstGeom>
          <a:noFill/>
          <a:ln/>
        </p:spPr>
        <p:txBody>
          <a:bodyPr wrap="square" lIns="0" tIns="0" rIns="0" bIns="0" rtlCol="0" anchor="ctr"/>
          <a:lstStyle/>
          <a:p>
            <a:pPr indent="0" marL="0">
              <a:buNone/>
            </a:pPr>
            <a:r>
              <a:rPr lang="id-ID" altLang="en-US" sz="1800" dirty="0">
                <a:solidFill>
                  <a:schemeClr val="tx1"/>
                </a:solidFill>
              </a:rPr>
              <a:t>Ketika data terhubung, rencana, anggaran, kegiatan, dan laporan dapat dilihat bersama dan ditelusuri kapan saja.</a:t>
            </a:r>
            <a:endParaRPr lang="id-ID" sz="1800" dirty="0"/>
          </a:p>
        </p:txBody>
      </p:sp>
      <p:sp>
        <p:nvSpPr>
          <p:cNvPr id="25" name="Text 22"/>
          <p:cNvSpPr txBox="1"/>
          <p:nvPr/>
        </p:nvSpPr>
        <p:spPr>
          <a:xfrm>
            <a:off x="5669280" y="6355080"/>
            <a:ext cx="5212080" cy="274320"/>
          </a:xfrm>
          <a:prstGeom prst="rect">
            <a:avLst/>
          </a:prstGeom>
          <a:noFill/>
          <a:ln/>
        </p:spPr>
        <p:txBody>
          <a:bodyPr wrap="square" lIns="0" tIns="0" rIns="0" bIns="0" rtlCol="0" anchor="ctr"/>
          <a:lstStyle/>
          <a:p>
            <a:pPr algn="r" indent="0" marL="0">
              <a:buNone/>
            </a:pPr>
            <a:r>
              <a:rPr lang="id-ID" altLang="en-US" sz="1100" b="1" dirty="0">
                <a:solidFill>
                  <a:schemeClr val="accent3"/>
                </a:solidFill>
              </a:rPr>
              <a:t>1 Kumpulkan</a:t>
            </a:r>
            <a:pPr algn="r" indent="0" marL="0">
              <a:buNone/>
            </a:pPr>
            <a:r>
              <a:rPr lang="id-ID" altLang="en-US" sz="1100" dirty="0">
                <a:solidFill>
                  <a:schemeClr val="tx2"/>
                </a:solidFill>
              </a:rPr>
              <a:t>  ·  </a:t>
            </a:r>
            <a:pPr algn="r" indent="0" marL="0">
              <a:buNone/>
            </a:pPr>
            <a:r>
              <a:rPr lang="id-ID" altLang="en-US" sz="1100" dirty="0">
                <a:solidFill>
                  <a:schemeClr val="tx2"/>
                </a:solidFill>
              </a:rPr>
              <a:t>2 Bagikan</a:t>
            </a:r>
            <a:pPr algn="r" indent="0" marL="0">
              <a:buNone/>
            </a:pPr>
            <a:r>
              <a:rPr lang="id-ID" altLang="en-US" sz="1100" dirty="0">
                <a:solidFill>
                  <a:schemeClr val="tx2"/>
                </a:solidFill>
              </a:rPr>
              <a:t>  ·  </a:t>
            </a:r>
            <a:pPr algn="r" indent="0" marL="0">
              <a:buNone/>
            </a:pPr>
            <a:r>
              <a:rPr lang="id-ID" altLang="en-US" sz="1100" dirty="0">
                <a:solidFill>
                  <a:schemeClr val="tx2"/>
                </a:solidFill>
              </a:rPr>
              <a:t>3 Pahami</a:t>
            </a:r>
            <a:endParaRPr lang="id-ID" sz="1100" dirty="0"/>
          </a:p>
        </p:txBody>
      </p:sp>
      <p:sp>
        <p:nvSpPr>
          <p:cNvPr id="25" name="Slide Number Placeholder 0"/>
          <p:cNvSpPr>
            <a:spLocks noGrp="1"/>
          </p:cNvSpPr>
          <p:nvPr>
            <p:ph type="sldNum" sz="quarter" idx="4294967295"/>
          </p:nvPr>
        </p:nvSpPr>
        <p:spPr>
          <a:xfrm>
            <a:off x="11000232"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tx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ext 0"/>
          <p:cNvSpPr/>
          <p:nvPr>
            <p:ph idx="100" type="body" hasCustomPrompt="1"/>
          </p:nvPr>
        </p:nvSpPr>
        <p:spPr>
          <a:xfrm>
            <a:off x="640080" y="502920"/>
            <a:ext cx="10911535" cy="320040"/>
          </a:xfrm>
          <a:prstGeom prst="rect">
            <a:avLst/>
          </a:prstGeom>
          <a:noFill/>
          <a:ln/>
        </p:spPr>
        <p:txBody>
          <a:bodyPr wrap="square" lIns="0" tIns="0" rIns="0" bIns="0" rtlCol="0" anchor="t"/>
          <a:lstStyle/>
          <a:p>
            <a:pPr algn="l" indent="0" marL="0">
              <a:buNone/>
            </a:pPr>
            <a:r>
              <a:rPr lang="id-ID" altLang="en-US" sz="1200" b="1" spc="200" kern="0" dirty="0">
                <a:solidFill>
                  <a:schemeClr val="accent3"/>
                </a:solidFill>
              </a:rPr>
              <a:t>LANGKAH 2 · BAGIKAN</a:t>
            </a:r>
            <a:endParaRPr lang="id-ID" sz="1200" dirty="0"/>
          </a:p>
        </p:txBody>
      </p:sp>
      <p:sp>
        <p:nvSpPr>
          <p:cNvPr id="4" name="Text 0"/>
          <p:cNvSpPr/>
          <p:nvPr>
            <p:ph idx="101" type="title" hasCustomPrompt="1"/>
          </p:nvPr>
        </p:nvSpPr>
        <p:spPr>
          <a:xfrm>
            <a:off x="640080" y="841248"/>
            <a:ext cx="10911535" cy="822960"/>
          </a:xfrm>
          <a:prstGeom prst="rect">
            <a:avLst/>
          </a:prstGeom>
          <a:noFill/>
          <a:ln/>
        </p:spPr>
        <p:txBody>
          <a:bodyPr wrap="square" lIns="0" tIns="0" rIns="0" bIns="0" rtlCol="0" anchor="t"/>
          <a:lstStyle/>
          <a:p>
            <a:pPr algn="l" indent="0" marL="0">
              <a:buNone/>
            </a:pPr>
            <a:r>
              <a:rPr lang="id-ID" altLang="en-US" sz="3400" b="1" dirty="0">
                <a:solidFill>
                  <a:schemeClr val="tx1"/>
                </a:solidFill>
              </a:rPr>
              <a:t>Bagikan yang tepat kepada yang tepat</a:t>
            </a:r>
            <a:endParaRPr lang="id-ID" sz="3400" dirty="0"/>
          </a:p>
        </p:txBody>
      </p:sp>
      <p:sp>
        <p:nvSpPr>
          <p:cNvPr id="5" name="Shape 2"/>
          <p:cNvSpPr/>
          <p:nvPr/>
        </p:nvSpPr>
        <p:spPr>
          <a:xfrm>
            <a:off x="640080" y="1874520"/>
            <a:ext cx="5272888" cy="3246120"/>
          </a:xfrm>
          <a:prstGeom prst="roundRect">
            <a:avLst>
              <a:gd name="adj" fmla="val 4225"/>
            </a:avLst>
          </a:prstGeom>
          <a:solidFill>
            <a:schemeClr val="bg1"/>
          </a:solidFill>
          <a:ln w="25400">
            <a:solidFill>
              <a:schemeClr val="accent1"/>
            </a:solidFill>
            <a:prstDash val="solid"/>
          </a:ln>
        </p:spPr>
      </p:sp>
      <p:sp>
        <p:nvSpPr>
          <p:cNvPr id="6" name="Text 3"/>
          <p:cNvSpPr txBox="1"/>
          <p:nvPr/>
        </p:nvSpPr>
        <p:spPr>
          <a:xfrm>
            <a:off x="1005840" y="2103120"/>
            <a:ext cx="4541368" cy="548640"/>
          </a:xfrm>
          <a:prstGeom prst="rect">
            <a:avLst/>
          </a:prstGeom>
          <a:noFill/>
          <a:ln/>
        </p:spPr>
        <p:txBody>
          <a:bodyPr wrap="square" lIns="0" tIns="0" rIns="0" bIns="0" rtlCol="0" anchor="ctr"/>
          <a:lstStyle/>
          <a:p>
            <a:pPr indent="0" marL="0">
              <a:buNone/>
            </a:pPr>
            <a:r>
              <a:rPr lang="id-ID" altLang="en-US" sz="2600" b="1" dirty="0">
                <a:solidFill>
                  <a:schemeClr val="accent1"/>
                </a:solidFill>
                <a:latin typeface="Cambria" pitchFamily="34" charset="0"/>
                <a:ea typeface="Cambria" pitchFamily="34" charset="-122"/>
                <a:cs typeface="Cambria" pitchFamily="34" charset="-120"/>
              </a:rPr>
              <a:t>Untuk umat</a:t>
            </a:r>
            <a:endParaRPr lang="id-ID" sz="2600" dirty="0"/>
          </a:p>
        </p:txBody>
      </p:sp>
      <p:sp>
        <p:nvSpPr>
          <p:cNvPr id="7" name="Text 4"/>
          <p:cNvSpPr txBox="1"/>
          <p:nvPr/>
        </p:nvSpPr>
        <p:spPr>
          <a:xfrm>
            <a:off x="1005840" y="2743200"/>
            <a:ext cx="4541368" cy="2240280"/>
          </a:xfrm>
          <a:prstGeom prst="rect">
            <a:avLst/>
          </a:prstGeom>
          <a:noFill/>
          <a:ln/>
        </p:spPr>
        <p:txBody>
          <a:bodyPr wrap="square" lIns="0" tIns="0" rIns="0" bIns="0" rtlCol="0" anchor="t"/>
          <a:lstStyle/>
          <a:p>
            <a:pPr marL="342900" indent="-342900">
              <a:spcAft>
                <a:spcPts val="800"/>
              </a:spcAft>
              <a:buSzPct val="100000"/>
              <a:buChar char="•"/>
            </a:pPr>
            <a:r>
              <a:rPr lang="id-ID" altLang="en-US" sz="1600" dirty="0">
                <a:solidFill>
                  <a:schemeClr val="tx1"/>
                </a:solidFill>
              </a:rPr>
              <a:t>Jadwal Misa</a:t>
            </a:r>
            <a:endParaRPr lang="id-ID" sz="1600" dirty="0"/>
          </a:p>
          <a:p>
            <a:pPr marL="342900" indent="-342900">
              <a:spcAft>
                <a:spcPts val="800"/>
              </a:spcAft>
              <a:buSzPct val="100000"/>
              <a:buChar char="•"/>
            </a:pPr>
            <a:r>
              <a:rPr lang="id-ID" altLang="en-US" sz="1600" dirty="0">
                <a:solidFill>
                  <a:schemeClr val="tx1"/>
                </a:solidFill>
              </a:rPr>
              <a:t>Kegiatan yang akan datang: nama, tanggal, dan tempat</a:t>
            </a:r>
            <a:endParaRPr lang="id-ID" sz="1600" dirty="0"/>
          </a:p>
          <a:p>
            <a:pPr marL="342900" indent="-342900">
              <a:spcAft>
                <a:spcPts val="800"/>
              </a:spcAft>
              <a:buSzPct val="100000"/>
              <a:buChar char="•"/>
            </a:pPr>
            <a:r>
              <a:rPr lang="id-ID" altLang="en-US" sz="1600" dirty="0">
                <a:solidFill>
                  <a:schemeClr val="tx1"/>
                </a:solidFill>
              </a:rPr>
              <a:t>Panduan layanan dan persyaratan: Baptis, Krisma, Pernikahan, dan lainnya</a:t>
            </a:r>
            <a:endParaRPr lang="id-ID" sz="1600" dirty="0"/>
          </a:p>
          <a:p>
            <a:pPr marL="342900" indent="-342900">
              <a:spcAft>
                <a:spcPts val="800"/>
              </a:spcAft>
              <a:buSzPct val="100000"/>
              <a:buChar char="•"/>
            </a:pPr>
            <a:r>
              <a:rPr lang="id-ID" altLang="en-US" sz="1600" dirty="0">
                <a:solidFill>
                  <a:schemeClr val="tx1"/>
                </a:solidFill>
              </a:rPr>
              <a:t>Pengumuman paroki</a:t>
            </a:r>
            <a:endParaRPr lang="id-ID" sz="1600" dirty="0"/>
          </a:p>
        </p:txBody>
      </p:sp>
      <p:sp>
        <p:nvSpPr>
          <p:cNvPr id="8" name="Shape 5"/>
          <p:cNvSpPr/>
          <p:nvPr/>
        </p:nvSpPr>
        <p:spPr>
          <a:xfrm>
            <a:off x="6278728" y="1874520"/>
            <a:ext cx="5272888" cy="3246120"/>
          </a:xfrm>
          <a:prstGeom prst="roundRect">
            <a:avLst>
              <a:gd name="adj" fmla="val 4225"/>
            </a:avLst>
          </a:prstGeom>
          <a:solidFill>
            <a:schemeClr val="tx1"/>
          </a:solidFill>
          <a:ln w="12700">
            <a:solidFill>
              <a:schemeClr val="tx1"/>
            </a:solidFill>
            <a:prstDash val="solid"/>
          </a:ln>
        </p:spPr>
      </p:sp>
      <p:sp>
        <p:nvSpPr>
          <p:cNvPr id="9" name="Text 6"/>
          <p:cNvSpPr txBox="1"/>
          <p:nvPr/>
        </p:nvSpPr>
        <p:spPr>
          <a:xfrm>
            <a:off x="6644488" y="2103120"/>
            <a:ext cx="4541368" cy="548640"/>
          </a:xfrm>
          <a:prstGeom prst="rect">
            <a:avLst/>
          </a:prstGeom>
          <a:noFill/>
          <a:ln/>
        </p:spPr>
        <p:txBody>
          <a:bodyPr wrap="square" lIns="0" tIns="0" rIns="0" bIns="0" rtlCol="0" anchor="ctr"/>
          <a:lstStyle/>
          <a:p>
            <a:pPr indent="0" marL="0">
              <a:buNone/>
            </a:pPr>
            <a:r>
              <a:rPr lang="id-ID" altLang="en-US" sz="2600" b="1" dirty="0">
                <a:solidFill>
                  <a:schemeClr val="accent4"/>
                </a:solidFill>
                <a:latin typeface="Cambria" pitchFamily="34" charset="0"/>
                <a:ea typeface="Cambria" pitchFamily="34" charset="-122"/>
                <a:cs typeface="Cambria" pitchFamily="34" charset="-120"/>
              </a:rPr>
              <a:t>Untuk pengurus dan dewan</a:t>
            </a:r>
            <a:endParaRPr lang="id-ID" sz="2600" dirty="0"/>
          </a:p>
        </p:txBody>
      </p:sp>
      <p:sp>
        <p:nvSpPr>
          <p:cNvPr id="10" name="Text 7"/>
          <p:cNvSpPr txBox="1"/>
          <p:nvPr/>
        </p:nvSpPr>
        <p:spPr>
          <a:xfrm>
            <a:off x="6644488" y="2743200"/>
            <a:ext cx="4541368" cy="2240280"/>
          </a:xfrm>
          <a:prstGeom prst="rect">
            <a:avLst/>
          </a:prstGeom>
          <a:noFill/>
          <a:ln/>
        </p:spPr>
        <p:txBody>
          <a:bodyPr wrap="square" lIns="0" tIns="0" rIns="0" bIns="0" rtlCol="0" anchor="t"/>
          <a:lstStyle/>
          <a:p>
            <a:pPr marL="342900" indent="-342900">
              <a:spcAft>
                <a:spcPts val="800"/>
              </a:spcAft>
              <a:buSzPct val="100000"/>
              <a:buChar char="•"/>
            </a:pPr>
            <a:r>
              <a:rPr lang="id-ID" altLang="en-US" sz="1600" dirty="0">
                <a:solidFill>
                  <a:schemeClr val="bg2"/>
                </a:solidFill>
              </a:rPr>
              <a:t>Anggaran dan realisasi</a:t>
            </a:r>
            <a:endParaRPr lang="id-ID" sz="1600" dirty="0"/>
          </a:p>
          <a:p>
            <a:pPr marL="342900" indent="-342900">
              <a:spcAft>
                <a:spcPts val="800"/>
              </a:spcAft>
              <a:buSzPct val="100000"/>
              <a:buChar char="•"/>
            </a:pPr>
            <a:r>
              <a:rPr lang="id-ID" altLang="en-US" sz="1600" dirty="0">
                <a:solidFill>
                  <a:schemeClr val="bg2"/>
                </a:solidFill>
              </a:rPr>
              <a:t>Kolekte dan sumbangan</a:t>
            </a:r>
            <a:endParaRPr lang="id-ID" sz="1600" dirty="0"/>
          </a:p>
          <a:p>
            <a:pPr marL="342900" indent="-342900">
              <a:spcAft>
                <a:spcPts val="800"/>
              </a:spcAft>
              <a:buSzPct val="100000"/>
              <a:buChar char="•"/>
            </a:pPr>
            <a:r>
              <a:rPr lang="id-ID" altLang="en-US" sz="1600" dirty="0">
                <a:solidFill>
                  <a:schemeClr val="bg2"/>
                </a:solidFill>
              </a:rPr>
              <a:t>Laporan kegiatan</a:t>
            </a:r>
            <a:endParaRPr lang="id-ID" sz="1600" dirty="0"/>
          </a:p>
          <a:p>
            <a:pPr marL="342900" indent="-342900">
              <a:spcAft>
                <a:spcPts val="800"/>
              </a:spcAft>
              <a:buSzPct val="100000"/>
              <a:buChar char="•"/>
            </a:pPr>
            <a:r>
              <a:rPr lang="id-ID" altLang="en-US" sz="1600" dirty="0">
                <a:solidFill>
                  <a:schemeClr val="bg2"/>
                </a:solidFill>
              </a:rPr>
              <a:t>Data umat dan keluarga: hanya bagi yang berwenang</a:t>
            </a:r>
            <a:endParaRPr lang="id-ID" sz="1600" dirty="0"/>
          </a:p>
        </p:txBody>
      </p:sp>
      <p:sp>
        <p:nvSpPr>
          <p:cNvPr id="11" name="Text 8"/>
          <p:cNvSpPr txBox="1"/>
          <p:nvPr/>
        </p:nvSpPr>
        <p:spPr>
          <a:xfrm>
            <a:off x="640080" y="5440680"/>
            <a:ext cx="3383280" cy="457200"/>
          </a:xfrm>
          <a:prstGeom prst="rect">
            <a:avLst/>
          </a:prstGeom>
          <a:noFill/>
          <a:ln/>
        </p:spPr>
        <p:txBody>
          <a:bodyPr wrap="square" lIns="0" tIns="0" rIns="0" bIns="0" rtlCol="0" anchor="ctr"/>
          <a:lstStyle/>
          <a:p>
            <a:pPr indent="0" marL="0">
              <a:buNone/>
            </a:pPr>
            <a:r>
              <a:rPr lang="id-ID" altLang="en-US" sz="1600" dirty="0">
                <a:solidFill>
                  <a:schemeClr val="tx2"/>
                </a:solidFill>
              </a:rPr>
              <a:t>Setiap data diberi tingkat kerahasiaan:</a:t>
            </a:r>
            <a:endParaRPr lang="id-ID" sz="1600" dirty="0"/>
          </a:p>
        </p:txBody>
      </p:sp>
      <p:sp>
        <p:nvSpPr>
          <p:cNvPr id="12" name="Text 9"/>
          <p:cNvSpPr/>
          <p:nvPr/>
        </p:nvSpPr>
        <p:spPr>
          <a:xfrm>
            <a:off x="4069080" y="5440680"/>
            <a:ext cx="1188720" cy="457200"/>
          </a:xfrm>
          <a:prstGeom prst="roundRect">
            <a:avLst>
              <a:gd name="adj" fmla="val 50000"/>
            </a:avLst>
          </a:prstGeom>
          <a:solidFill>
            <a:srgbClr val="DCEBE6"/>
          </a:solidFill>
          <a:ln>
            <a:solidFill>
              <a:srgbClr val="DCEBE6"/>
            </a:solidFill>
          </a:ln>
        </p:spPr>
        <p:txBody>
          <a:bodyPr wrap="square" lIns="0" tIns="0" rIns="0" bIns="0" rtlCol="0" anchor="ctr"/>
          <a:lstStyle/>
          <a:p>
            <a:pPr algn="ctr" indent="0" marL="0">
              <a:buNone/>
            </a:pPr>
            <a:r>
              <a:rPr lang="id-ID" altLang="en-US" sz="1400" b="1" dirty="0">
                <a:solidFill>
                  <a:schemeClr val="tx1"/>
                </a:solidFill>
              </a:rPr>
              <a:t>Publik</a:t>
            </a:r>
            <a:endParaRPr lang="id-ID" sz="1400" dirty="0"/>
          </a:p>
        </p:txBody>
      </p:sp>
      <p:sp>
        <p:nvSpPr>
          <p:cNvPr id="13" name="Text 10"/>
          <p:cNvSpPr/>
          <p:nvPr/>
        </p:nvSpPr>
        <p:spPr>
          <a:xfrm>
            <a:off x="5440680" y="5440680"/>
            <a:ext cx="1371600" cy="457200"/>
          </a:xfrm>
          <a:prstGeom prst="roundRect">
            <a:avLst>
              <a:gd name="adj" fmla="val 50000"/>
            </a:avLst>
          </a:prstGeom>
          <a:solidFill>
            <a:srgbClr val="BFD8D0"/>
          </a:solidFill>
          <a:ln>
            <a:solidFill>
              <a:srgbClr val="BFD8D0"/>
            </a:solidFill>
          </a:ln>
        </p:spPr>
        <p:txBody>
          <a:bodyPr wrap="square" lIns="0" tIns="0" rIns="0" bIns="0" rtlCol="0" anchor="ctr"/>
          <a:lstStyle/>
          <a:p>
            <a:pPr algn="ctr" indent="0" marL="0">
              <a:buNone/>
            </a:pPr>
            <a:r>
              <a:rPr lang="id-ID" altLang="en-US" sz="1400" b="1" dirty="0">
                <a:solidFill>
                  <a:schemeClr val="tx1"/>
                </a:solidFill>
              </a:rPr>
              <a:t>Internal</a:t>
            </a:r>
            <a:endParaRPr lang="id-ID" sz="1400" dirty="0"/>
          </a:p>
        </p:txBody>
      </p:sp>
      <p:sp>
        <p:nvSpPr>
          <p:cNvPr id="14" name="Text 11"/>
          <p:cNvSpPr/>
          <p:nvPr/>
        </p:nvSpPr>
        <p:spPr>
          <a:xfrm>
            <a:off x="6995160" y="5440680"/>
            <a:ext cx="1417320" cy="457200"/>
          </a:xfrm>
          <a:prstGeom prst="roundRect">
            <a:avLst>
              <a:gd name="adj" fmla="val 50000"/>
            </a:avLst>
          </a:prstGeom>
          <a:solidFill>
            <a:schemeClr val="accent1"/>
          </a:solidFill>
          <a:ln>
            <a:solidFill>
              <a:schemeClr val="accent1"/>
            </a:solidFill>
          </a:ln>
        </p:spPr>
        <p:txBody>
          <a:bodyPr wrap="square" lIns="0" tIns="0" rIns="0" bIns="0" rtlCol="0" anchor="ctr"/>
          <a:lstStyle/>
          <a:p>
            <a:pPr algn="ctr" indent="0" marL="0">
              <a:buNone/>
            </a:pPr>
            <a:r>
              <a:rPr lang="id-ID" altLang="en-US" sz="1400" b="1" dirty="0">
                <a:solidFill>
                  <a:schemeClr val="bg2"/>
                </a:solidFill>
              </a:rPr>
              <a:t>Terbatas</a:t>
            </a:r>
            <a:endParaRPr lang="id-ID" sz="1400" dirty="0"/>
          </a:p>
        </p:txBody>
      </p:sp>
      <p:sp>
        <p:nvSpPr>
          <p:cNvPr id="15" name="Text 12"/>
          <p:cNvSpPr/>
          <p:nvPr/>
        </p:nvSpPr>
        <p:spPr>
          <a:xfrm>
            <a:off x="8595360" y="5440680"/>
            <a:ext cx="1920240" cy="457200"/>
          </a:xfrm>
          <a:prstGeom prst="roundRect">
            <a:avLst>
              <a:gd name="adj" fmla="val 50000"/>
            </a:avLst>
          </a:prstGeom>
          <a:solidFill>
            <a:schemeClr val="tx1"/>
          </a:solidFill>
          <a:ln>
            <a:solidFill>
              <a:schemeClr val="tx1"/>
            </a:solidFill>
          </a:ln>
        </p:spPr>
        <p:txBody>
          <a:bodyPr wrap="square" lIns="0" tIns="0" rIns="0" bIns="0" rtlCol="0" anchor="ctr"/>
          <a:lstStyle/>
          <a:p>
            <a:pPr algn="ctr" indent="0" marL="0">
              <a:buNone/>
            </a:pPr>
            <a:r>
              <a:rPr lang="id-ID" altLang="en-US" sz="1400" b="1" dirty="0">
                <a:solidFill>
                  <a:schemeClr val="bg2"/>
                </a:solidFill>
              </a:rPr>
              <a:t>Sangat Terbatas</a:t>
            </a:r>
            <a:endParaRPr lang="id-ID" sz="1400" dirty="0"/>
          </a:p>
        </p:txBody>
      </p:sp>
      <p:sp>
        <p:nvSpPr>
          <p:cNvPr id="16" name="Text 13"/>
          <p:cNvSpPr txBox="1"/>
          <p:nvPr/>
        </p:nvSpPr>
        <p:spPr>
          <a:xfrm>
            <a:off x="5669280" y="6355080"/>
            <a:ext cx="5212080" cy="274320"/>
          </a:xfrm>
          <a:prstGeom prst="rect">
            <a:avLst/>
          </a:prstGeom>
          <a:noFill/>
          <a:ln/>
        </p:spPr>
        <p:txBody>
          <a:bodyPr wrap="square" lIns="0" tIns="0" rIns="0" bIns="0" rtlCol="0" anchor="ctr"/>
          <a:lstStyle/>
          <a:p>
            <a:pPr algn="r" indent="0" marL="0">
              <a:buNone/>
            </a:pPr>
            <a:r>
              <a:rPr lang="id-ID" altLang="en-US" sz="1100" dirty="0">
                <a:solidFill>
                  <a:schemeClr val="tx2"/>
                </a:solidFill>
              </a:rPr>
              <a:t>1 Kumpulkan</a:t>
            </a:r>
            <a:pPr algn="r" indent="0" marL="0">
              <a:buNone/>
            </a:pPr>
            <a:r>
              <a:rPr lang="id-ID" altLang="en-US" sz="1100" dirty="0">
                <a:solidFill>
                  <a:schemeClr val="tx2"/>
                </a:solidFill>
              </a:rPr>
              <a:t>  ·  </a:t>
            </a:r>
            <a:pPr algn="r" indent="0" marL="0">
              <a:buNone/>
            </a:pPr>
            <a:r>
              <a:rPr lang="id-ID" altLang="en-US" sz="1100" b="1" dirty="0">
                <a:solidFill>
                  <a:schemeClr val="accent3"/>
                </a:solidFill>
              </a:rPr>
              <a:t>2 Bagikan</a:t>
            </a:r>
            <a:pPr algn="r" indent="0" marL="0">
              <a:buNone/>
            </a:pPr>
            <a:r>
              <a:rPr lang="id-ID" altLang="en-US" sz="1100" dirty="0">
                <a:solidFill>
                  <a:schemeClr val="tx2"/>
                </a:solidFill>
              </a:rPr>
              <a:t>  ·  </a:t>
            </a:r>
            <a:pPr algn="r" indent="0" marL="0">
              <a:buNone/>
            </a:pPr>
            <a:r>
              <a:rPr lang="id-ID" altLang="en-US" sz="1100" dirty="0">
                <a:solidFill>
                  <a:schemeClr val="tx2"/>
                </a:solidFill>
              </a:rPr>
              <a:t>3 Pahami</a:t>
            </a:r>
            <a:endParaRPr lang="id-ID" sz="1100" dirty="0"/>
          </a:p>
        </p:txBody>
      </p:sp>
      <p:sp>
        <p:nvSpPr>
          <p:cNvPr id="25" name="Slide Number Placeholder 0"/>
          <p:cNvSpPr>
            <a:spLocks noGrp="1"/>
          </p:cNvSpPr>
          <p:nvPr>
            <p:ph type="sldNum" sz="quarter" idx="4294967295"/>
          </p:nvPr>
        </p:nvSpPr>
        <p:spPr>
          <a:xfrm>
            <a:off x="11000232"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tx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ext 0"/>
          <p:cNvSpPr/>
          <p:nvPr>
            <p:ph idx="100" type="body" hasCustomPrompt="1"/>
          </p:nvPr>
        </p:nvSpPr>
        <p:spPr>
          <a:xfrm>
            <a:off x="640080" y="502920"/>
            <a:ext cx="10911535" cy="320040"/>
          </a:xfrm>
          <a:prstGeom prst="rect">
            <a:avLst/>
          </a:prstGeom>
          <a:noFill/>
          <a:ln/>
        </p:spPr>
        <p:txBody>
          <a:bodyPr wrap="square" lIns="0" tIns="0" rIns="0" bIns="0" rtlCol="0" anchor="t"/>
          <a:lstStyle/>
          <a:p>
            <a:pPr algn="l" indent="0" marL="0">
              <a:buNone/>
            </a:pPr>
            <a:r>
              <a:rPr lang="id-ID" altLang="en-US" sz="1200" b="1" spc="200" kern="0" dirty="0">
                <a:solidFill>
                  <a:schemeClr val="accent3"/>
                </a:solidFill>
              </a:rPr>
              <a:t>LANGKAH 2 · BAGIKAN · CONTOH</a:t>
            </a:r>
            <a:endParaRPr lang="id-ID" sz="1200" dirty="0"/>
          </a:p>
        </p:txBody>
      </p:sp>
      <p:sp>
        <p:nvSpPr>
          <p:cNvPr id="4" name="Text 0"/>
          <p:cNvSpPr/>
          <p:nvPr>
            <p:ph idx="101" type="title" hasCustomPrompt="1"/>
          </p:nvPr>
        </p:nvSpPr>
        <p:spPr>
          <a:xfrm>
            <a:off x="640080" y="841248"/>
            <a:ext cx="10911535" cy="822960"/>
          </a:xfrm>
          <a:prstGeom prst="rect">
            <a:avLst/>
          </a:prstGeom>
          <a:noFill/>
          <a:ln/>
        </p:spPr>
        <p:txBody>
          <a:bodyPr wrap="square" lIns="0" tIns="0" rIns="0" bIns="0" rtlCol="0" anchor="t"/>
          <a:lstStyle/>
          <a:p>
            <a:pPr algn="l" indent="0" marL="0">
              <a:buNone/>
            </a:pPr>
            <a:r>
              <a:rPr lang="id-ID" altLang="en-US" sz="3400" b="1" dirty="0">
                <a:solidFill>
                  <a:schemeClr val="tx1"/>
                </a:solidFill>
              </a:rPr>
              <a:t>Jadwal dan panduan yang mudah dibaca</a:t>
            </a:r>
            <a:endParaRPr lang="id-ID" sz="3400" dirty="0"/>
          </a:p>
        </p:txBody>
      </p:sp>
      <p:sp>
        <p:nvSpPr>
          <p:cNvPr id="5" name="Shape 2"/>
          <p:cNvSpPr/>
          <p:nvPr/>
        </p:nvSpPr>
        <p:spPr>
          <a:xfrm>
            <a:off x="838048" y="1783080"/>
            <a:ext cx="5029200" cy="3235699"/>
          </a:xfrm>
          <a:prstGeom prst="rect">
            <a:avLst/>
          </a:prstGeom>
          <a:solidFill>
            <a:srgbClr val="FFFFFF"/>
          </a:solidFill>
          <a:ln w="12700">
            <a:solidFill>
              <a:schemeClr val="accent6"/>
            </a:solidFill>
            <a:prstDash val="solid"/>
          </a:ln>
        </p:spPr>
      </p:sp>
      <p:pic>
        <p:nvPicPr>
          <p:cNvPr id="6" name="Image 0" descr="Contoh halaman jadwal Misa: tanggal, hari, jam, nama Misa, tempat, dan bahasa">    </p:cNvPr>
          <p:cNvPicPr>
            <a:picLocks noChangeAspect="1"/>
          </p:cNvPicPr>
          <p:nvPr/>
        </p:nvPicPr>
        <p:blipFill>
          <a:blip r:embed="rId1"/>
          <a:stretch>
            <a:fillRect/>
          </a:stretch>
        </p:blipFill>
        <p:spPr>
          <a:xfrm>
            <a:off x="838048" y="1783080"/>
            <a:ext cx="5029200" cy="3235699"/>
          </a:xfrm>
          <a:prstGeom prst="rect">
            <a:avLst/>
          </a:prstGeom>
        </p:spPr>
      </p:pic>
      <p:sp>
        <p:nvSpPr>
          <p:cNvPr id="7" name="Shape 3"/>
          <p:cNvSpPr/>
          <p:nvPr/>
        </p:nvSpPr>
        <p:spPr>
          <a:xfrm>
            <a:off x="6324448" y="1783080"/>
            <a:ext cx="5029200" cy="3235699"/>
          </a:xfrm>
          <a:prstGeom prst="rect">
            <a:avLst/>
          </a:prstGeom>
          <a:solidFill>
            <a:srgbClr val="FFFFFF"/>
          </a:solidFill>
          <a:ln w="12700">
            <a:solidFill>
              <a:schemeClr val="accent6"/>
            </a:solidFill>
            <a:prstDash val="solid"/>
          </a:ln>
        </p:spPr>
      </p:sp>
      <p:pic>
        <p:nvPicPr>
          <p:cNvPr id="8" name="Image 1" descr="Contoh halaman panduan layanan: persyaratan Baptis Dewasa sebagai daftar periksa">    </p:cNvPr>
          <p:cNvPicPr>
            <a:picLocks noChangeAspect="1"/>
          </p:cNvPicPr>
          <p:nvPr/>
        </p:nvPicPr>
        <p:blipFill>
          <a:blip r:embed="rId2"/>
          <a:stretch>
            <a:fillRect/>
          </a:stretch>
        </p:blipFill>
        <p:spPr>
          <a:xfrm>
            <a:off x="6324448" y="1783080"/>
            <a:ext cx="5029200" cy="3235699"/>
          </a:xfrm>
          <a:prstGeom prst="rect">
            <a:avLst/>
          </a:prstGeom>
        </p:spPr>
      </p:pic>
      <p:sp>
        <p:nvSpPr>
          <p:cNvPr id="9" name="Text 4"/>
          <p:cNvSpPr txBox="1"/>
          <p:nvPr/>
        </p:nvSpPr>
        <p:spPr>
          <a:xfrm>
            <a:off x="838048" y="5091931"/>
            <a:ext cx="5029200" cy="365760"/>
          </a:xfrm>
          <a:prstGeom prst="rect">
            <a:avLst/>
          </a:prstGeom>
          <a:noFill/>
          <a:ln/>
        </p:spPr>
        <p:txBody>
          <a:bodyPr wrap="square" lIns="0" tIns="0" rIns="0" bIns="0" rtlCol="0" anchor="ctr"/>
          <a:lstStyle/>
          <a:p>
            <a:pPr algn="ctr" indent="0" marL="0">
              <a:buNone/>
            </a:pPr>
            <a:r>
              <a:rPr lang="id-ID" altLang="en-US" sz="1400" dirty="0">
                <a:solidFill>
                  <a:schemeClr val="tx1"/>
                </a:solidFill>
              </a:rPr>
              <a:t>Jadwal Misa: tanggal, jam, tempat, dan bahasa</a:t>
            </a:r>
            <a:endParaRPr lang="id-ID" sz="1400" dirty="0"/>
          </a:p>
        </p:txBody>
      </p:sp>
      <p:sp>
        <p:nvSpPr>
          <p:cNvPr id="10" name="Text 5"/>
          <p:cNvSpPr txBox="1"/>
          <p:nvPr/>
        </p:nvSpPr>
        <p:spPr>
          <a:xfrm>
            <a:off x="6324448" y="5091931"/>
            <a:ext cx="5029200" cy="365760"/>
          </a:xfrm>
          <a:prstGeom prst="rect">
            <a:avLst/>
          </a:prstGeom>
          <a:noFill/>
          <a:ln/>
        </p:spPr>
        <p:txBody>
          <a:bodyPr wrap="square" lIns="0" tIns="0" rIns="0" bIns="0" rtlCol="0" anchor="ctr"/>
          <a:lstStyle/>
          <a:p>
            <a:pPr algn="ctr" indent="0" marL="0">
              <a:buNone/>
            </a:pPr>
            <a:r>
              <a:rPr lang="id-ID" altLang="en-US" sz="1400" dirty="0">
                <a:solidFill>
                  <a:schemeClr val="tx1"/>
                </a:solidFill>
              </a:rPr>
              <a:t>Panduan layanan: persyaratan dan langkah-langkah, juga sebagai PDF</a:t>
            </a:r>
            <a:endParaRPr lang="id-ID" sz="1400" dirty="0"/>
          </a:p>
        </p:txBody>
      </p:sp>
      <p:sp>
        <p:nvSpPr>
          <p:cNvPr id="11" name="Text 6"/>
          <p:cNvSpPr txBox="1"/>
          <p:nvPr/>
        </p:nvSpPr>
        <p:spPr>
          <a:xfrm>
            <a:off x="640080" y="5577840"/>
            <a:ext cx="10911535" cy="594360"/>
          </a:xfrm>
          <a:prstGeom prst="rect">
            <a:avLst/>
          </a:prstGeom>
          <a:noFill/>
          <a:ln/>
        </p:spPr>
        <p:txBody>
          <a:bodyPr wrap="square" lIns="0" tIns="0" rIns="0" bIns="0" rtlCol="0" anchor="ctr"/>
          <a:lstStyle/>
          <a:p>
            <a:pPr indent="0" marL="0">
              <a:buNone/>
            </a:pPr>
            <a:r>
              <a:rPr lang="id-ID" altLang="en-US" sz="1400" dirty="0">
                <a:solidFill>
                  <a:schemeClr val="tx2"/>
                </a:solidFill>
              </a:rPr>
              <a:t>Halaman kegiatan pada contoh ini adalah tampilan pengurus dan memuat anggaran. Untuk umat, yang ditampilkan hanya nama, tanggal, dan tempat kegiatan.</a:t>
            </a:r>
            <a:endParaRPr lang="id-ID" sz="1400" dirty="0"/>
          </a:p>
        </p:txBody>
      </p:sp>
      <p:sp>
        <p:nvSpPr>
          <p:cNvPr id="12" name="Text 7"/>
          <p:cNvSpPr txBox="1"/>
          <p:nvPr/>
        </p:nvSpPr>
        <p:spPr>
          <a:xfrm>
            <a:off x="5669280" y="6355080"/>
            <a:ext cx="5212080" cy="274320"/>
          </a:xfrm>
          <a:prstGeom prst="rect">
            <a:avLst/>
          </a:prstGeom>
          <a:noFill/>
          <a:ln/>
        </p:spPr>
        <p:txBody>
          <a:bodyPr wrap="square" lIns="0" tIns="0" rIns="0" bIns="0" rtlCol="0" anchor="ctr"/>
          <a:lstStyle/>
          <a:p>
            <a:pPr algn="r" indent="0" marL="0">
              <a:buNone/>
            </a:pPr>
            <a:r>
              <a:rPr lang="id-ID" altLang="en-US" sz="1100" dirty="0">
                <a:solidFill>
                  <a:schemeClr val="tx2"/>
                </a:solidFill>
              </a:rPr>
              <a:t>1 Kumpulkan</a:t>
            </a:r>
            <a:pPr algn="r" indent="0" marL="0">
              <a:buNone/>
            </a:pPr>
            <a:r>
              <a:rPr lang="id-ID" altLang="en-US" sz="1100" dirty="0">
                <a:solidFill>
                  <a:schemeClr val="tx2"/>
                </a:solidFill>
              </a:rPr>
              <a:t>  ·  </a:t>
            </a:r>
            <a:pPr algn="r" indent="0" marL="0">
              <a:buNone/>
            </a:pPr>
            <a:r>
              <a:rPr lang="id-ID" altLang="en-US" sz="1100" b="1" dirty="0">
                <a:solidFill>
                  <a:schemeClr val="accent3"/>
                </a:solidFill>
              </a:rPr>
              <a:t>2 Bagikan</a:t>
            </a:r>
            <a:pPr algn="r" indent="0" marL="0">
              <a:buNone/>
            </a:pPr>
            <a:r>
              <a:rPr lang="id-ID" altLang="en-US" sz="1100" dirty="0">
                <a:solidFill>
                  <a:schemeClr val="tx2"/>
                </a:solidFill>
              </a:rPr>
              <a:t>  ·  </a:t>
            </a:r>
            <a:pPr algn="r" indent="0" marL="0">
              <a:buNone/>
            </a:pPr>
            <a:r>
              <a:rPr lang="id-ID" altLang="en-US" sz="1100" dirty="0">
                <a:solidFill>
                  <a:schemeClr val="tx2"/>
                </a:solidFill>
              </a:rPr>
              <a:t>3 Pahami</a:t>
            </a:r>
            <a:endParaRPr lang="id-ID" sz="1100" dirty="0"/>
          </a:p>
        </p:txBody>
      </p:sp>
      <p:sp>
        <p:nvSpPr>
          <p:cNvPr id="25" name="Slide Number Placeholder 0"/>
          <p:cNvSpPr>
            <a:spLocks noGrp="1"/>
          </p:cNvSpPr>
          <p:nvPr>
            <p:ph type="sldNum" sz="quarter" idx="4294967295"/>
          </p:nvPr>
        </p:nvSpPr>
        <p:spPr>
          <a:xfrm>
            <a:off x="11000232"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tx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ext 0"/>
          <p:cNvSpPr/>
          <p:nvPr>
            <p:ph idx="100" type="body" hasCustomPrompt="1"/>
          </p:nvPr>
        </p:nvSpPr>
        <p:spPr>
          <a:xfrm>
            <a:off x="640080" y="502920"/>
            <a:ext cx="10911535" cy="320040"/>
          </a:xfrm>
          <a:prstGeom prst="rect">
            <a:avLst/>
          </a:prstGeom>
          <a:noFill/>
          <a:ln/>
        </p:spPr>
        <p:txBody>
          <a:bodyPr wrap="square" lIns="0" tIns="0" rIns="0" bIns="0" rtlCol="0" anchor="t"/>
          <a:lstStyle/>
          <a:p>
            <a:pPr algn="l" indent="0" marL="0">
              <a:buNone/>
            </a:pPr>
            <a:r>
              <a:rPr lang="id-ID" altLang="en-US" sz="1200" b="1" spc="200" kern="0" dirty="0">
                <a:solidFill>
                  <a:schemeClr val="accent3"/>
                </a:solidFill>
              </a:rPr>
              <a:t>LANGKAH 3 · PAHAMI</a:t>
            </a:r>
            <a:endParaRPr lang="id-ID" sz="1200" dirty="0"/>
          </a:p>
        </p:txBody>
      </p:sp>
      <p:sp>
        <p:nvSpPr>
          <p:cNvPr id="4" name="Text 0"/>
          <p:cNvSpPr/>
          <p:nvPr>
            <p:ph idx="101" type="title" hasCustomPrompt="1"/>
          </p:nvPr>
        </p:nvSpPr>
        <p:spPr>
          <a:xfrm>
            <a:off x="640080" y="841248"/>
            <a:ext cx="10911535" cy="822960"/>
          </a:xfrm>
          <a:prstGeom prst="rect">
            <a:avLst/>
          </a:prstGeom>
          <a:noFill/>
          <a:ln/>
        </p:spPr>
        <p:txBody>
          <a:bodyPr wrap="square" lIns="0" tIns="0" rIns="0" bIns="0" rtlCol="0" anchor="t"/>
          <a:lstStyle/>
          <a:p>
            <a:pPr algn="l" indent="0" marL="0">
              <a:buNone/>
            </a:pPr>
            <a:r>
              <a:rPr lang="id-ID" altLang="en-US" sz="3400" b="1" dirty="0">
                <a:solidFill>
                  <a:schemeClr val="tx1"/>
                </a:solidFill>
              </a:rPr>
              <a:t>Empat hal yang terlihat dari data</a:t>
            </a:r>
            <a:endParaRPr lang="id-ID" sz="3400" dirty="0"/>
          </a:p>
        </p:txBody>
      </p:sp>
      <p:sp>
        <p:nvSpPr>
          <p:cNvPr id="5" name="Shape 2"/>
          <p:cNvSpPr/>
          <p:nvPr/>
        </p:nvSpPr>
        <p:spPr>
          <a:xfrm>
            <a:off x="640080" y="1828800"/>
            <a:ext cx="2556434" cy="3337560"/>
          </a:xfrm>
          <a:prstGeom prst="roundRect">
            <a:avLst>
              <a:gd name="adj" fmla="val 5365"/>
            </a:avLst>
          </a:prstGeom>
          <a:solidFill>
            <a:schemeClr val="bg1"/>
          </a:solidFill>
          <a:ln w="12700">
            <a:solidFill>
              <a:schemeClr val="accent6"/>
            </a:solidFill>
            <a:prstDash val="solid"/>
          </a:ln>
        </p:spPr>
      </p:sp>
      <p:sp>
        <p:nvSpPr>
          <p:cNvPr id="6" name="Text 3"/>
          <p:cNvSpPr txBox="1"/>
          <p:nvPr/>
        </p:nvSpPr>
        <p:spPr>
          <a:xfrm>
            <a:off x="868680" y="1965960"/>
            <a:ext cx="2099234" cy="685800"/>
          </a:xfrm>
          <a:prstGeom prst="rect">
            <a:avLst/>
          </a:prstGeom>
          <a:noFill/>
          <a:ln/>
        </p:spPr>
        <p:txBody>
          <a:bodyPr wrap="square" lIns="0" tIns="0" rIns="0" bIns="0" rtlCol="0" anchor="ctr"/>
          <a:lstStyle/>
          <a:p>
            <a:pPr indent="0" marL="0">
              <a:buNone/>
            </a:pPr>
            <a:r>
              <a:rPr lang="id-ID" altLang="en-US" sz="3400" b="1" dirty="0">
                <a:solidFill>
                  <a:schemeClr val="accent1"/>
                </a:solidFill>
                <a:latin typeface="Cambria" pitchFamily="34" charset="0"/>
                <a:ea typeface="Cambria" pitchFamily="34" charset="-122"/>
                <a:cs typeface="Cambria" pitchFamily="34" charset="-120"/>
              </a:rPr>
              <a:t>3,6×</a:t>
            </a:r>
            <a:endParaRPr lang="id-ID" sz="3400" dirty="0"/>
          </a:p>
        </p:txBody>
      </p:sp>
      <p:sp>
        <p:nvSpPr>
          <p:cNvPr id="7" name="Text 4"/>
          <p:cNvSpPr txBox="1"/>
          <p:nvPr/>
        </p:nvSpPr>
        <p:spPr>
          <a:xfrm>
            <a:off x="868680" y="2697480"/>
            <a:ext cx="2099234" cy="868680"/>
          </a:xfrm>
          <a:prstGeom prst="rect">
            <a:avLst/>
          </a:prstGeom>
          <a:noFill/>
          <a:ln/>
        </p:spPr>
        <p:txBody>
          <a:bodyPr wrap="square" lIns="0" tIns="0" rIns="0" bIns="0" rtlCol="0" anchor="t"/>
          <a:lstStyle/>
          <a:p>
            <a:pPr indent="0" marL="0">
              <a:buNone/>
            </a:pPr>
            <a:r>
              <a:rPr lang="id-ID" altLang="en-US" sz="1500" b="1" dirty="0">
                <a:solidFill>
                  <a:schemeClr val="tx1"/>
                </a:solidFill>
              </a:rPr>
              <a:t>Pengeluaran program naik 3,6 kali lipat</a:t>
            </a:r>
            <a:endParaRPr lang="id-ID" sz="1500" dirty="0"/>
          </a:p>
        </p:txBody>
      </p:sp>
      <p:sp>
        <p:nvSpPr>
          <p:cNvPr id="8" name="Text 5"/>
          <p:cNvSpPr txBox="1"/>
          <p:nvPr/>
        </p:nvSpPr>
        <p:spPr>
          <a:xfrm>
            <a:off x="868680" y="3611880"/>
            <a:ext cx="2099234" cy="1463040"/>
          </a:xfrm>
          <a:prstGeom prst="rect">
            <a:avLst/>
          </a:prstGeom>
          <a:noFill/>
          <a:ln/>
        </p:spPr>
        <p:txBody>
          <a:bodyPr wrap="square" lIns="0" tIns="0" rIns="0" bIns="0" rtlCol="0" anchor="t"/>
          <a:lstStyle/>
          <a:p>
            <a:pPr indent="0" marL="0">
              <a:buNone/>
            </a:pPr>
            <a:r>
              <a:rPr lang="id-ID" altLang="en-US" sz="1300" dirty="0">
                <a:solidFill>
                  <a:schemeClr val="tx2"/>
                </a:solidFill>
              </a:rPr>
              <a:t>Dari Rp 55 jt (2021) menjadi Rp 197 jt (2025), sedangkan kolekte relatif datar: Rp 248 jt menjadi Rp 283 jt.</a:t>
            </a:r>
            <a:endParaRPr lang="id-ID" sz="1300" dirty="0"/>
          </a:p>
        </p:txBody>
      </p:sp>
      <p:sp>
        <p:nvSpPr>
          <p:cNvPr id="9" name="Shape 6"/>
          <p:cNvSpPr/>
          <p:nvPr/>
        </p:nvSpPr>
        <p:spPr>
          <a:xfrm>
            <a:off x="3425114" y="1828800"/>
            <a:ext cx="2556434" cy="3337560"/>
          </a:xfrm>
          <a:prstGeom prst="roundRect">
            <a:avLst>
              <a:gd name="adj" fmla="val 5365"/>
            </a:avLst>
          </a:prstGeom>
          <a:solidFill>
            <a:schemeClr val="bg1"/>
          </a:solidFill>
          <a:ln w="12700">
            <a:solidFill>
              <a:schemeClr val="accent6"/>
            </a:solidFill>
            <a:prstDash val="solid"/>
          </a:ln>
        </p:spPr>
      </p:sp>
      <p:sp>
        <p:nvSpPr>
          <p:cNvPr id="10" name="Text 7"/>
          <p:cNvSpPr txBox="1"/>
          <p:nvPr/>
        </p:nvSpPr>
        <p:spPr>
          <a:xfrm>
            <a:off x="3653714" y="1965960"/>
            <a:ext cx="2099234" cy="685800"/>
          </a:xfrm>
          <a:prstGeom prst="rect">
            <a:avLst/>
          </a:prstGeom>
          <a:noFill/>
          <a:ln/>
        </p:spPr>
        <p:txBody>
          <a:bodyPr wrap="square" lIns="0" tIns="0" rIns="0" bIns="0" rtlCol="0" anchor="ctr"/>
          <a:lstStyle/>
          <a:p>
            <a:pPr indent="0" marL="0">
              <a:buNone/>
            </a:pPr>
            <a:r>
              <a:rPr lang="id-ID" altLang="en-US" sz="3400" b="1" dirty="0">
                <a:solidFill>
                  <a:schemeClr val="accent1"/>
                </a:solidFill>
                <a:latin typeface="Cambria" pitchFamily="34" charset="0"/>
                <a:ea typeface="Cambria" pitchFamily="34" charset="-122"/>
                <a:cs typeface="Cambria" pitchFamily="34" charset="-120"/>
              </a:rPr>
              <a:t>66%</a:t>
            </a:r>
            <a:endParaRPr lang="id-ID" sz="3400" dirty="0"/>
          </a:p>
        </p:txBody>
      </p:sp>
      <p:sp>
        <p:nvSpPr>
          <p:cNvPr id="11" name="Text 8"/>
          <p:cNvSpPr txBox="1"/>
          <p:nvPr/>
        </p:nvSpPr>
        <p:spPr>
          <a:xfrm>
            <a:off x="3653714" y="2697480"/>
            <a:ext cx="2099234" cy="868680"/>
          </a:xfrm>
          <a:prstGeom prst="rect">
            <a:avLst/>
          </a:prstGeom>
          <a:noFill/>
          <a:ln/>
        </p:spPr>
        <p:txBody>
          <a:bodyPr wrap="square" lIns="0" tIns="0" rIns="0" bIns="0" rtlCol="0" anchor="t"/>
          <a:lstStyle/>
          <a:p>
            <a:pPr indent="0" marL="0">
              <a:buNone/>
            </a:pPr>
            <a:r>
              <a:rPr lang="id-ID" altLang="en-US" sz="1500" b="1" dirty="0">
                <a:solidFill>
                  <a:schemeClr val="tx1"/>
                </a:solidFill>
              </a:rPr>
              <a:t>Sumbangan Adven yang menutup biaya Natal, 2025</a:t>
            </a:r>
            <a:endParaRPr lang="id-ID" sz="1500" dirty="0"/>
          </a:p>
        </p:txBody>
      </p:sp>
      <p:sp>
        <p:nvSpPr>
          <p:cNvPr id="12" name="Text 9"/>
          <p:cNvSpPr txBox="1"/>
          <p:nvPr/>
        </p:nvSpPr>
        <p:spPr>
          <a:xfrm>
            <a:off x="3653714" y="3611880"/>
            <a:ext cx="2099234" cy="1463040"/>
          </a:xfrm>
          <a:prstGeom prst="rect">
            <a:avLst/>
          </a:prstGeom>
          <a:noFill/>
          <a:ln/>
        </p:spPr>
        <p:txBody>
          <a:bodyPr wrap="square" lIns="0" tIns="0" rIns="0" bIns="0" rtlCol="0" anchor="t"/>
          <a:lstStyle/>
          <a:p>
            <a:pPr indent="0" marL="0">
              <a:buNone/>
            </a:pPr>
            <a:r>
              <a:rPr lang="id-ID" altLang="en-US" sz="1300" dirty="0">
                <a:solidFill>
                  <a:schemeClr val="tx2"/>
                </a:solidFill>
              </a:rPr>
              <a:t>Turun dari 117% pada 2021. Sumbangan Prapaskah masih menutup biaya Paskah (108% pada 2026).</a:t>
            </a:r>
            <a:endParaRPr lang="id-ID" sz="1300" dirty="0"/>
          </a:p>
        </p:txBody>
      </p:sp>
      <p:sp>
        <p:nvSpPr>
          <p:cNvPr id="13" name="Shape 10"/>
          <p:cNvSpPr/>
          <p:nvPr/>
        </p:nvSpPr>
        <p:spPr>
          <a:xfrm>
            <a:off x="6210148" y="1828800"/>
            <a:ext cx="2556434" cy="3337560"/>
          </a:xfrm>
          <a:prstGeom prst="roundRect">
            <a:avLst>
              <a:gd name="adj" fmla="val 5365"/>
            </a:avLst>
          </a:prstGeom>
          <a:solidFill>
            <a:schemeClr val="bg1"/>
          </a:solidFill>
          <a:ln w="12700">
            <a:solidFill>
              <a:schemeClr val="accent6"/>
            </a:solidFill>
            <a:prstDash val="solid"/>
          </a:ln>
        </p:spPr>
      </p:sp>
      <p:sp>
        <p:nvSpPr>
          <p:cNvPr id="14" name="Text 11"/>
          <p:cNvSpPr txBox="1"/>
          <p:nvPr/>
        </p:nvSpPr>
        <p:spPr>
          <a:xfrm>
            <a:off x="6438748" y="1965960"/>
            <a:ext cx="2099234" cy="685800"/>
          </a:xfrm>
          <a:prstGeom prst="rect">
            <a:avLst/>
          </a:prstGeom>
          <a:noFill/>
          <a:ln/>
        </p:spPr>
        <p:txBody>
          <a:bodyPr wrap="square" lIns="0" tIns="0" rIns="0" bIns="0" rtlCol="0" anchor="ctr"/>
          <a:lstStyle/>
          <a:p>
            <a:pPr indent="0" marL="0">
              <a:buNone/>
            </a:pPr>
            <a:r>
              <a:rPr lang="id-ID" altLang="en-US" sz="3400" b="1" dirty="0">
                <a:solidFill>
                  <a:schemeClr val="accent1"/>
                </a:solidFill>
                <a:latin typeface="Cambria" pitchFamily="34" charset="0"/>
                <a:ea typeface="Cambria" pitchFamily="34" charset="-122"/>
                <a:cs typeface="Cambria" pitchFamily="34" charset="-120"/>
              </a:rPr>
              <a:t>Rp 62 jt</a:t>
            </a:r>
            <a:endParaRPr lang="id-ID" sz="3400" dirty="0"/>
          </a:p>
        </p:txBody>
      </p:sp>
      <p:sp>
        <p:nvSpPr>
          <p:cNvPr id="15" name="Text 12"/>
          <p:cNvSpPr txBox="1"/>
          <p:nvPr/>
        </p:nvSpPr>
        <p:spPr>
          <a:xfrm>
            <a:off x="6438748" y="2697480"/>
            <a:ext cx="2099234" cy="868680"/>
          </a:xfrm>
          <a:prstGeom prst="rect">
            <a:avLst/>
          </a:prstGeom>
          <a:noFill/>
          <a:ln/>
        </p:spPr>
        <p:txBody>
          <a:bodyPr wrap="square" lIns="0" tIns="0" rIns="0" bIns="0" rtlCol="0" anchor="t"/>
          <a:lstStyle/>
          <a:p>
            <a:pPr indent="0" marL="0">
              <a:buNone/>
            </a:pPr>
            <a:r>
              <a:rPr lang="id-ID" altLang="en-US" sz="1500" b="1" dirty="0">
                <a:solidFill>
                  <a:schemeClr val="tx1"/>
                </a:solidFill>
              </a:rPr>
              <a:t>Kolekte yang tidak diterima akibat 10 peristiwa luar biasa</a:t>
            </a:r>
            <a:endParaRPr lang="id-ID" sz="1500" dirty="0"/>
          </a:p>
        </p:txBody>
      </p:sp>
      <p:sp>
        <p:nvSpPr>
          <p:cNvPr id="16" name="Text 13"/>
          <p:cNvSpPr txBox="1"/>
          <p:nvPr/>
        </p:nvSpPr>
        <p:spPr>
          <a:xfrm>
            <a:off x="6438748" y="3611880"/>
            <a:ext cx="2099234" cy="1463040"/>
          </a:xfrm>
          <a:prstGeom prst="rect">
            <a:avLst/>
          </a:prstGeom>
          <a:noFill/>
          <a:ln/>
        </p:spPr>
        <p:txBody>
          <a:bodyPr wrap="square" lIns="0" tIns="0" rIns="0" bIns="0" rtlCol="0" anchor="t"/>
          <a:lstStyle/>
          <a:p>
            <a:pPr indent="0" marL="0">
              <a:buNone/>
            </a:pPr>
            <a:r>
              <a:rPr lang="id-ID" altLang="en-US" sz="1300" dirty="0">
                <a:solidFill>
                  <a:schemeClr val="tx2"/>
                </a:solidFill>
              </a:rPr>
              <a:t>Hujan deras, kabut asap, abu vulkanik, listrik padam. Perkiraan meleset 31% saat ada peristiwa, 7% pada pekan biasa.</a:t>
            </a:r>
            <a:endParaRPr lang="id-ID" sz="1300" dirty="0"/>
          </a:p>
        </p:txBody>
      </p:sp>
      <p:sp>
        <p:nvSpPr>
          <p:cNvPr id="17" name="Shape 14"/>
          <p:cNvSpPr/>
          <p:nvPr/>
        </p:nvSpPr>
        <p:spPr>
          <a:xfrm>
            <a:off x="8995181" y="1828800"/>
            <a:ext cx="2556434" cy="3337560"/>
          </a:xfrm>
          <a:prstGeom prst="roundRect">
            <a:avLst>
              <a:gd name="adj" fmla="val 5365"/>
            </a:avLst>
          </a:prstGeom>
          <a:solidFill>
            <a:schemeClr val="bg1"/>
          </a:solidFill>
          <a:ln w="12700">
            <a:solidFill>
              <a:schemeClr val="accent6"/>
            </a:solidFill>
            <a:prstDash val="solid"/>
          </a:ln>
        </p:spPr>
      </p:sp>
      <p:sp>
        <p:nvSpPr>
          <p:cNvPr id="18" name="Text 15"/>
          <p:cNvSpPr txBox="1"/>
          <p:nvPr/>
        </p:nvSpPr>
        <p:spPr>
          <a:xfrm>
            <a:off x="9223781" y="1965960"/>
            <a:ext cx="2099234" cy="685800"/>
          </a:xfrm>
          <a:prstGeom prst="rect">
            <a:avLst/>
          </a:prstGeom>
          <a:noFill/>
          <a:ln/>
        </p:spPr>
        <p:txBody>
          <a:bodyPr wrap="square" lIns="0" tIns="0" rIns="0" bIns="0" rtlCol="0" anchor="ctr"/>
          <a:lstStyle/>
          <a:p>
            <a:pPr indent="0" marL="0">
              <a:buNone/>
            </a:pPr>
            <a:r>
              <a:rPr lang="id-ID" altLang="en-US" sz="3400" b="1" dirty="0">
                <a:solidFill>
                  <a:schemeClr val="accent1"/>
                </a:solidFill>
                <a:latin typeface="Cambria" pitchFamily="34" charset="0"/>
                <a:ea typeface="Cambria" pitchFamily="34" charset="-122"/>
                <a:cs typeface="Cambria" pitchFamily="34" charset="-120"/>
              </a:rPr>
              <a:t>37</a:t>
            </a:r>
            <a:endParaRPr lang="id-ID" sz="3400" dirty="0"/>
          </a:p>
        </p:txBody>
      </p:sp>
      <p:sp>
        <p:nvSpPr>
          <p:cNvPr id="19" name="Text 16"/>
          <p:cNvSpPr txBox="1"/>
          <p:nvPr/>
        </p:nvSpPr>
        <p:spPr>
          <a:xfrm>
            <a:off x="9223781" y="2697480"/>
            <a:ext cx="2099234" cy="868680"/>
          </a:xfrm>
          <a:prstGeom prst="rect">
            <a:avLst/>
          </a:prstGeom>
          <a:noFill/>
          <a:ln/>
        </p:spPr>
        <p:txBody>
          <a:bodyPr wrap="square" lIns="0" tIns="0" rIns="0" bIns="0" rtlCol="0" anchor="t"/>
          <a:lstStyle/>
          <a:p>
            <a:pPr indent="0" marL="0">
              <a:buNone/>
            </a:pPr>
            <a:r>
              <a:rPr lang="id-ID" altLang="en-US" sz="1500" b="1" dirty="0">
                <a:solidFill>
                  <a:schemeClr val="tx1"/>
                </a:solidFill>
              </a:rPr>
              <a:t>Umat berusia 20 sampai 29 tahun, dari 623 umat aktif</a:t>
            </a:r>
            <a:endParaRPr lang="id-ID" sz="1500" dirty="0"/>
          </a:p>
        </p:txBody>
      </p:sp>
      <p:sp>
        <p:nvSpPr>
          <p:cNvPr id="20" name="Text 17"/>
          <p:cNvSpPr txBox="1"/>
          <p:nvPr/>
        </p:nvSpPr>
        <p:spPr>
          <a:xfrm>
            <a:off x="9223781" y="3611880"/>
            <a:ext cx="2099234" cy="1463040"/>
          </a:xfrm>
          <a:prstGeom prst="rect">
            <a:avLst/>
          </a:prstGeom>
          <a:noFill/>
          <a:ln/>
        </p:spPr>
        <p:txBody>
          <a:bodyPr wrap="square" lIns="0" tIns="0" rIns="0" bIns="0" rtlCol="0" anchor="t"/>
          <a:lstStyle/>
          <a:p>
            <a:pPr indent="0" marL="0">
              <a:buNone/>
            </a:pPr>
            <a:r>
              <a:rPr lang="id-ID" altLang="en-US" sz="1300" dirty="0">
                <a:solidFill>
                  <a:schemeClr val="tx2"/>
                </a:solidFill>
              </a:rPr>
              <a:t>Bandingkan: 133 umat berusia 50 sampai 59 tahun dan 104 umat berusia 10 sampai 19 tahun.</a:t>
            </a:r>
            <a:endParaRPr lang="id-ID" sz="1300" dirty="0"/>
          </a:p>
        </p:txBody>
      </p:sp>
      <p:sp>
        <p:nvSpPr>
          <p:cNvPr id="21" name="Shape 18"/>
          <p:cNvSpPr/>
          <p:nvPr/>
        </p:nvSpPr>
        <p:spPr>
          <a:xfrm>
            <a:off x="640080" y="5349240"/>
            <a:ext cx="10911535" cy="777240"/>
          </a:xfrm>
          <a:prstGeom prst="roundRect">
            <a:avLst>
              <a:gd name="adj" fmla="val 14118"/>
            </a:avLst>
          </a:prstGeom>
          <a:solidFill>
            <a:schemeClr val="tx1"/>
          </a:solidFill>
          <a:ln w="12700">
            <a:solidFill>
              <a:schemeClr val="tx1"/>
            </a:solidFill>
            <a:prstDash val="solid"/>
          </a:ln>
        </p:spPr>
      </p:sp>
      <p:sp>
        <p:nvSpPr>
          <p:cNvPr id="22" name="Text 19"/>
          <p:cNvSpPr txBox="1"/>
          <p:nvPr/>
        </p:nvSpPr>
        <p:spPr>
          <a:xfrm>
            <a:off x="960120" y="5349240"/>
            <a:ext cx="10271455" cy="777240"/>
          </a:xfrm>
          <a:prstGeom prst="rect">
            <a:avLst/>
          </a:prstGeom>
          <a:noFill/>
          <a:ln/>
        </p:spPr>
        <p:txBody>
          <a:bodyPr wrap="square" lIns="0" tIns="0" rIns="0" bIns="0" rtlCol="0" anchor="ctr"/>
          <a:lstStyle/>
          <a:p>
            <a:pPr indent="0" marL="0">
              <a:buNone/>
            </a:pPr>
            <a:r>
              <a:rPr lang="id-ID" altLang="en-US" sz="1600" dirty="0">
                <a:solidFill>
                  <a:schemeClr val="bg2"/>
                </a:solidFill>
              </a:rPr>
              <a:t>Bila pola lima tahun terakhir berlanjut, pengeluaran program menyamai kolekte sekitar tahun 2029. Ini gambaran tren, bukan ramalan pasti.</a:t>
            </a:r>
            <a:endParaRPr lang="id-ID" sz="1600" dirty="0"/>
          </a:p>
        </p:txBody>
      </p:sp>
      <p:sp>
        <p:nvSpPr>
          <p:cNvPr id="23" name="Text 20"/>
          <p:cNvSpPr txBox="1"/>
          <p:nvPr/>
        </p:nvSpPr>
        <p:spPr>
          <a:xfrm>
            <a:off x="5669280" y="6355080"/>
            <a:ext cx="5212080" cy="274320"/>
          </a:xfrm>
          <a:prstGeom prst="rect">
            <a:avLst/>
          </a:prstGeom>
          <a:noFill/>
          <a:ln/>
        </p:spPr>
        <p:txBody>
          <a:bodyPr wrap="square" lIns="0" tIns="0" rIns="0" bIns="0" rtlCol="0" anchor="ctr"/>
          <a:lstStyle/>
          <a:p>
            <a:pPr algn="r" indent="0" marL="0">
              <a:buNone/>
            </a:pPr>
            <a:r>
              <a:rPr lang="id-ID" altLang="en-US" sz="1100" dirty="0">
                <a:solidFill>
                  <a:schemeClr val="tx2"/>
                </a:solidFill>
              </a:rPr>
              <a:t>1 Kumpulkan</a:t>
            </a:r>
            <a:pPr algn="r" indent="0" marL="0">
              <a:buNone/>
            </a:pPr>
            <a:r>
              <a:rPr lang="id-ID" altLang="en-US" sz="1100" dirty="0">
                <a:solidFill>
                  <a:schemeClr val="tx2"/>
                </a:solidFill>
              </a:rPr>
              <a:t>  ·  </a:t>
            </a:r>
            <a:pPr algn="r" indent="0" marL="0">
              <a:buNone/>
            </a:pPr>
            <a:r>
              <a:rPr lang="id-ID" altLang="en-US" sz="1100" dirty="0">
                <a:solidFill>
                  <a:schemeClr val="tx2"/>
                </a:solidFill>
              </a:rPr>
              <a:t>2 Bagikan</a:t>
            </a:r>
            <a:pPr algn="r" indent="0" marL="0">
              <a:buNone/>
            </a:pPr>
            <a:r>
              <a:rPr lang="id-ID" altLang="en-US" sz="1100" dirty="0">
                <a:solidFill>
                  <a:schemeClr val="tx2"/>
                </a:solidFill>
              </a:rPr>
              <a:t>  ·  </a:t>
            </a:r>
            <a:pPr algn="r" indent="0" marL="0">
              <a:buNone/>
            </a:pPr>
            <a:r>
              <a:rPr lang="id-ID" altLang="en-US" sz="1100" b="1" dirty="0">
                <a:solidFill>
                  <a:schemeClr val="accent3"/>
                </a:solidFill>
              </a:rPr>
              <a:t>3 Pahami</a:t>
            </a:r>
            <a:endParaRPr lang="id-ID" sz="1100" dirty="0"/>
          </a:p>
        </p:txBody>
      </p:sp>
      <p:sp>
        <p:nvSpPr>
          <p:cNvPr id="25" name="Slide Number Placeholder 0"/>
          <p:cNvSpPr>
            <a:spLocks noGrp="1"/>
          </p:cNvSpPr>
          <p:nvPr>
            <p:ph type="sldNum" sz="quarter" idx="4294967295"/>
          </p:nvPr>
        </p:nvSpPr>
        <p:spPr>
          <a:xfrm>
            <a:off x="11000232"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tx2"/>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ext 0"/>
          <p:cNvSpPr/>
          <p:nvPr>
            <p:ph idx="100" type="body" hasCustomPrompt="1"/>
          </p:nvPr>
        </p:nvSpPr>
        <p:spPr>
          <a:xfrm>
            <a:off x="640080" y="502920"/>
            <a:ext cx="10911535" cy="320040"/>
          </a:xfrm>
          <a:prstGeom prst="rect">
            <a:avLst/>
          </a:prstGeom>
          <a:noFill/>
          <a:ln/>
        </p:spPr>
        <p:txBody>
          <a:bodyPr wrap="square" lIns="0" tIns="0" rIns="0" bIns="0" rtlCol="0" anchor="t"/>
          <a:lstStyle/>
          <a:p>
            <a:pPr algn="l" indent="0" marL="0">
              <a:buNone/>
            </a:pPr>
            <a:r>
              <a:rPr lang="id-ID" altLang="en-US" sz="1200" b="1" spc="200" kern="0" dirty="0">
                <a:solidFill>
                  <a:schemeClr val="accent3"/>
                </a:solidFill>
              </a:rPr>
              <a:t>LANGKAH 3 · PAHAMI · CONTOH</a:t>
            </a:r>
            <a:endParaRPr lang="id-ID" sz="1200" dirty="0"/>
          </a:p>
        </p:txBody>
      </p:sp>
      <p:sp>
        <p:nvSpPr>
          <p:cNvPr id="4" name="Text 0"/>
          <p:cNvSpPr/>
          <p:nvPr>
            <p:ph idx="101" type="title" hasCustomPrompt="1"/>
          </p:nvPr>
        </p:nvSpPr>
        <p:spPr>
          <a:xfrm>
            <a:off x="640080" y="841248"/>
            <a:ext cx="10911535" cy="822960"/>
          </a:xfrm>
          <a:prstGeom prst="rect">
            <a:avLst/>
          </a:prstGeom>
          <a:noFill/>
          <a:ln/>
        </p:spPr>
        <p:txBody>
          <a:bodyPr wrap="square" lIns="0" tIns="0" rIns="0" bIns="0" rtlCol="0" anchor="t"/>
          <a:lstStyle/>
          <a:p>
            <a:pPr algn="l" indent="0" marL="0">
              <a:buNone/>
            </a:pPr>
            <a:r>
              <a:rPr lang="id-ID" altLang="en-US" sz="3400" b="1" dirty="0">
                <a:solidFill>
                  <a:schemeClr val="tx1"/>
                </a:solidFill>
              </a:rPr>
              <a:t>Ringkasannya dalam satu layar</a:t>
            </a:r>
            <a:endParaRPr lang="id-ID" sz="3400" dirty="0"/>
          </a:p>
        </p:txBody>
      </p:sp>
      <p:sp>
        <p:nvSpPr>
          <p:cNvPr id="5" name="Shape 2"/>
          <p:cNvSpPr/>
          <p:nvPr/>
        </p:nvSpPr>
        <p:spPr>
          <a:xfrm>
            <a:off x="640080" y="1828800"/>
            <a:ext cx="5303520" cy="3412191"/>
          </a:xfrm>
          <a:prstGeom prst="rect">
            <a:avLst/>
          </a:prstGeom>
          <a:solidFill>
            <a:srgbClr val="FFFFFF"/>
          </a:solidFill>
          <a:ln w="12700">
            <a:solidFill>
              <a:schemeClr val="accent6"/>
            </a:solidFill>
            <a:prstDash val="solid"/>
          </a:ln>
        </p:spPr>
      </p:sp>
      <p:pic>
        <p:nvPicPr>
          <p:cNvPr id="6" name="Image 0" descr="Contoh dasbor Ringkasan: angka pokok kolekte dan pengeluaran program, dan grafik dengan garis tren">    </p:cNvPr>
          <p:cNvPicPr>
            <a:picLocks noChangeAspect="1"/>
          </p:cNvPicPr>
          <p:nvPr/>
        </p:nvPicPr>
        <p:blipFill>
          <a:blip r:embed="rId1"/>
          <a:stretch>
            <a:fillRect/>
          </a:stretch>
        </p:blipFill>
        <p:spPr>
          <a:xfrm>
            <a:off x="640080" y="1828800"/>
            <a:ext cx="5303520" cy="3412191"/>
          </a:xfrm>
          <a:prstGeom prst="rect">
            <a:avLst/>
          </a:prstGeom>
        </p:spPr>
      </p:pic>
      <p:sp>
        <p:nvSpPr>
          <p:cNvPr id="7" name="Text 3"/>
          <p:cNvSpPr txBox="1"/>
          <p:nvPr/>
        </p:nvSpPr>
        <p:spPr>
          <a:xfrm>
            <a:off x="640080" y="5332431"/>
            <a:ext cx="5303520" cy="365760"/>
          </a:xfrm>
          <a:prstGeom prst="rect">
            <a:avLst/>
          </a:prstGeom>
          <a:noFill/>
          <a:ln/>
        </p:spPr>
        <p:txBody>
          <a:bodyPr wrap="square" lIns="0" tIns="0" rIns="0" bIns="0" rtlCol="0" anchor="ctr"/>
          <a:lstStyle/>
          <a:p>
            <a:pPr algn="ctr" indent="0" marL="0">
              <a:buNone/>
            </a:pPr>
            <a:r>
              <a:rPr lang="id-ID" altLang="en-US" sz="1400" dirty="0">
                <a:solidFill>
                  <a:schemeClr val="tx1"/>
                </a:solidFill>
              </a:rPr>
              <a:t>Ringkasan: kolekte, pengeluaran program, dan arah tren</a:t>
            </a:r>
            <a:endParaRPr lang="id-ID" sz="1400" dirty="0"/>
          </a:p>
        </p:txBody>
      </p:sp>
      <p:sp>
        <p:nvSpPr>
          <p:cNvPr id="8" name="Shape 4"/>
          <p:cNvSpPr/>
          <p:nvPr/>
        </p:nvSpPr>
        <p:spPr>
          <a:xfrm>
            <a:off x="6248095" y="1828800"/>
            <a:ext cx="5303520" cy="2125308"/>
          </a:xfrm>
          <a:prstGeom prst="rect">
            <a:avLst/>
          </a:prstGeom>
          <a:solidFill>
            <a:srgbClr val="FFFFFF"/>
          </a:solidFill>
          <a:ln w="12700">
            <a:solidFill>
              <a:schemeClr val="accent6"/>
            </a:solidFill>
            <a:prstDash val="solid"/>
          </a:ln>
        </p:spPr>
      </p:sp>
      <p:pic>
        <p:nvPicPr>
          <p:cNvPr id="9" name="Image 1" descr="Contoh piramida umat menurut usia dan jenis kelamin">    </p:cNvPr>
          <p:cNvPicPr>
            <a:picLocks noChangeAspect="1"/>
          </p:cNvPicPr>
          <p:nvPr/>
        </p:nvPicPr>
        <p:blipFill>
          <a:blip r:embed="rId2"/>
          <a:stretch>
            <a:fillRect/>
          </a:stretch>
        </p:blipFill>
        <p:spPr>
          <a:xfrm>
            <a:off x="6248095" y="1828800"/>
            <a:ext cx="5303520" cy="2125308"/>
          </a:xfrm>
          <a:prstGeom prst="rect">
            <a:avLst/>
          </a:prstGeom>
        </p:spPr>
      </p:pic>
      <p:sp>
        <p:nvSpPr>
          <p:cNvPr id="10" name="Text 5"/>
          <p:cNvSpPr txBox="1"/>
          <p:nvPr/>
        </p:nvSpPr>
        <p:spPr>
          <a:xfrm>
            <a:off x="6248095" y="4045548"/>
            <a:ext cx="5303520" cy="365760"/>
          </a:xfrm>
          <a:prstGeom prst="rect">
            <a:avLst/>
          </a:prstGeom>
          <a:noFill/>
          <a:ln/>
        </p:spPr>
        <p:txBody>
          <a:bodyPr wrap="square" lIns="0" tIns="0" rIns="0" bIns="0" rtlCol="0" anchor="ctr"/>
          <a:lstStyle/>
          <a:p>
            <a:pPr algn="ctr" indent="0" marL="0">
              <a:buNone/>
            </a:pPr>
            <a:r>
              <a:rPr lang="id-ID" altLang="en-US" sz="1400" dirty="0">
                <a:solidFill>
                  <a:schemeClr val="tx1"/>
                </a:solidFill>
              </a:rPr>
              <a:t>Demografi umat: usia dan jenis kelamin, hanya angka gabungan</a:t>
            </a:r>
            <a:endParaRPr lang="id-ID" sz="1400" dirty="0"/>
          </a:p>
        </p:txBody>
      </p:sp>
      <p:sp>
        <p:nvSpPr>
          <p:cNvPr id="11" name="Text 6"/>
          <p:cNvSpPr txBox="1"/>
          <p:nvPr/>
        </p:nvSpPr>
        <p:spPr>
          <a:xfrm>
            <a:off x="6248095" y="4639908"/>
            <a:ext cx="5303520" cy="1005840"/>
          </a:xfrm>
          <a:prstGeom prst="rect">
            <a:avLst/>
          </a:prstGeom>
          <a:noFill/>
          <a:ln/>
        </p:spPr>
        <p:txBody>
          <a:bodyPr wrap="square" lIns="0" tIns="0" rIns="0" bIns="0" rtlCol="0" anchor="t"/>
          <a:lstStyle/>
          <a:p>
            <a:pPr marL="342900" indent="-342900">
              <a:spcAft>
                <a:spcPts val="600"/>
              </a:spcAft>
              <a:buSzPct val="100000"/>
              <a:buChar char="•"/>
            </a:pPr>
            <a:r>
              <a:rPr lang="id-ID" altLang="en-US" sz="1600" dirty="0">
                <a:solidFill>
                  <a:schemeClr val="tx1"/>
                </a:solidFill>
              </a:rPr>
              <a:t>12 halaman berbahasa Indonesia</a:t>
            </a:r>
            <a:endParaRPr lang="id-ID" sz="1600" dirty="0"/>
          </a:p>
          <a:p>
            <a:pPr marL="342900" indent="-342900">
              <a:spcAft>
                <a:spcPts val="600"/>
              </a:spcAft>
              <a:buSzPct val="100000"/>
              <a:buChar char="•"/>
            </a:pPr>
            <a:r>
              <a:rPr lang="id-ID" altLang="en-US" sz="1600" dirty="0">
                <a:solidFill>
                  <a:schemeClr val="tx1"/>
                </a:solidFill>
              </a:rPr>
              <a:t>Tersedia juga sebagai satu berkas yang dibuka tanpa instalasi</a:t>
            </a:r>
            <a:endParaRPr lang="id-ID" sz="1600" dirty="0"/>
          </a:p>
        </p:txBody>
      </p:sp>
      <p:sp>
        <p:nvSpPr>
          <p:cNvPr id="12" name="Text 7"/>
          <p:cNvSpPr txBox="1"/>
          <p:nvPr/>
        </p:nvSpPr>
        <p:spPr>
          <a:xfrm>
            <a:off x="5669280" y="6355080"/>
            <a:ext cx="5212080" cy="274320"/>
          </a:xfrm>
          <a:prstGeom prst="rect">
            <a:avLst/>
          </a:prstGeom>
          <a:noFill/>
          <a:ln/>
        </p:spPr>
        <p:txBody>
          <a:bodyPr wrap="square" lIns="0" tIns="0" rIns="0" bIns="0" rtlCol="0" anchor="ctr"/>
          <a:lstStyle/>
          <a:p>
            <a:pPr algn="r" indent="0" marL="0">
              <a:buNone/>
            </a:pPr>
            <a:r>
              <a:rPr lang="id-ID" altLang="en-US" sz="1100" dirty="0">
                <a:solidFill>
                  <a:schemeClr val="tx2"/>
                </a:solidFill>
              </a:rPr>
              <a:t>1 Kumpulkan</a:t>
            </a:r>
            <a:pPr algn="r" indent="0" marL="0">
              <a:buNone/>
            </a:pPr>
            <a:r>
              <a:rPr lang="id-ID" altLang="en-US" sz="1100" dirty="0">
                <a:solidFill>
                  <a:schemeClr val="tx2"/>
                </a:solidFill>
              </a:rPr>
              <a:t>  ·  </a:t>
            </a:r>
            <a:pPr algn="r" indent="0" marL="0">
              <a:buNone/>
            </a:pPr>
            <a:r>
              <a:rPr lang="id-ID" altLang="en-US" sz="1100" dirty="0">
                <a:solidFill>
                  <a:schemeClr val="tx2"/>
                </a:solidFill>
              </a:rPr>
              <a:t>2 Bagikan</a:t>
            </a:r>
            <a:pPr algn="r" indent="0" marL="0">
              <a:buNone/>
            </a:pPr>
            <a:r>
              <a:rPr lang="id-ID" altLang="en-US" sz="1100" dirty="0">
                <a:solidFill>
                  <a:schemeClr val="tx2"/>
                </a:solidFill>
              </a:rPr>
              <a:t>  ·  </a:t>
            </a:r>
            <a:pPr algn="r" indent="0" marL="0">
              <a:buNone/>
            </a:pPr>
            <a:r>
              <a:rPr lang="id-ID" altLang="en-US" sz="1100" b="1" dirty="0">
                <a:solidFill>
                  <a:schemeClr val="accent3"/>
                </a:solidFill>
              </a:rPr>
              <a:t>3 Pahami</a:t>
            </a:r>
            <a:endParaRPr lang="id-ID" sz="1100" dirty="0"/>
          </a:p>
        </p:txBody>
      </p:sp>
      <p:sp>
        <p:nvSpPr>
          <p:cNvPr id="25" name="Slide Number Placeholder 0"/>
          <p:cNvSpPr>
            <a:spLocks noGrp="1"/>
          </p:cNvSpPr>
          <p:nvPr>
            <p:ph type="sldNum" sz="quarter" idx="4294967295"/>
          </p:nvPr>
        </p:nvSpPr>
        <p:spPr>
          <a:xfrm>
            <a:off x="11000232"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tx2"/>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ext 0"/>
          <p:cNvSpPr/>
          <p:nvPr>
            <p:ph idx="100" type="body" hasCustomPrompt="1"/>
          </p:nvPr>
        </p:nvSpPr>
        <p:spPr>
          <a:xfrm>
            <a:off x="640080" y="502920"/>
            <a:ext cx="10911535" cy="320040"/>
          </a:xfrm>
          <a:prstGeom prst="rect">
            <a:avLst/>
          </a:prstGeom>
          <a:noFill/>
          <a:ln/>
        </p:spPr>
        <p:txBody>
          <a:bodyPr wrap="square" lIns="0" tIns="0" rIns="0" bIns="0" rtlCol="0" anchor="t"/>
          <a:lstStyle/>
          <a:p>
            <a:pPr algn="l" indent="0" marL="0">
              <a:buNone/>
            </a:pPr>
            <a:r>
              <a:rPr lang="id-ID" altLang="en-US" sz="1200" b="1" spc="200" kern="0" dirty="0">
                <a:solidFill>
                  <a:schemeClr val="accent3"/>
                </a:solidFill>
              </a:rPr>
              <a:t>LANGKAH 3 · PAHAMI · DARI WAWASAN KE PELAYANAN</a:t>
            </a:r>
            <a:endParaRPr lang="id-ID" sz="1200" dirty="0"/>
          </a:p>
        </p:txBody>
      </p:sp>
      <p:sp>
        <p:nvSpPr>
          <p:cNvPr id="4" name="Text 0"/>
          <p:cNvSpPr/>
          <p:nvPr>
            <p:ph idx="101" type="title" hasCustomPrompt="1"/>
          </p:nvPr>
        </p:nvSpPr>
        <p:spPr>
          <a:xfrm>
            <a:off x="640080" y="841248"/>
            <a:ext cx="10911535" cy="822960"/>
          </a:xfrm>
          <a:prstGeom prst="rect">
            <a:avLst/>
          </a:prstGeom>
          <a:noFill/>
          <a:ln/>
        </p:spPr>
        <p:txBody>
          <a:bodyPr wrap="square" lIns="0" tIns="0" rIns="0" bIns="0" rtlCol="0" anchor="t"/>
          <a:lstStyle/>
          <a:p>
            <a:pPr algn="l" indent="0" marL="0">
              <a:buNone/>
            </a:pPr>
            <a:r>
              <a:rPr lang="id-ID" altLang="en-US" sz="3400" b="1" dirty="0">
                <a:solidFill>
                  <a:schemeClr val="tx1"/>
                </a:solidFill>
              </a:rPr>
              <a:t>Data membantu kita bertanya dengan lebih tepat</a:t>
            </a:r>
            <a:endParaRPr lang="id-ID" sz="34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640080" y="1874520"/>
          <a:ext cx="10911535" cy="914400"/>
        </p:xfrm>
        <a:graphic>
          <a:graphicData uri="http://schemas.openxmlformats.org/drawingml/2006/table">
            <a:tbl>
              <a:tblPr/>
              <a:tblGrid>
                <a:gridCol w="3383280"/>
                <a:gridCol w="3474720"/>
                <a:gridCol w="4053535"/>
              </a:tblGrid>
              <a:tr h="502920">
                <a:tc>
                  <a:txBody>
                    <a:bodyPr/>
                    <a:lstStyle/>
                    <a:p>
                      <a:pPr indent="0" marL="0">
                        <a:buNone/>
                      </a:pPr>
                      <a:r>
                        <a:rPr lang="en-US" sz="1500" b="1" dirty="0">
                          <a:solidFill>
                            <a:schemeClr val="bg2"/>
                          </a:solidFill>
                          <a:latin typeface="Calibri" pitchFamily="34" charset="0"/>
                          <a:ea typeface="Calibri" pitchFamily="34" charset="-122"/>
                          <a:cs typeface="Calibri" pitchFamily="34" charset="-120"/>
                        </a:rPr>
                        <a:t>Yang terlihat dari data</a:t>
                      </a:r>
                      <a:endParaRPr lang="en-US" sz="1500" dirty="0">
                        <a:latin typeface="Calibri" charset="0"/>
                        <a:ea typeface="Calibri" charset="0"/>
                        <a:cs typeface="Calibri" charset="0"/>
                      </a:endParaRPr>
                    </a:p>
                  </a:txBody>
                  <a:tcPr marL="164592" marR="164592" marT="73152" marB="73152" anchor="ctr">
                    <a:lnL w="12700" cap="flat" cmpd="sng" algn="ctr">
                      <a:solidFill>
                        <a:schemeClr val="accent6"/>
                      </a:solidFill>
                      <a:prstDash val="solid"/>
                      <a:round/>
                      <a:headEnd type="none" w="med" len="med"/>
                      <a:tailEnd type="none" w="med" len="med"/>
                    </a:lnL>
                    <a:lnR w="12700" cap="flat" cmpd="sng" algn="ctr">
                      <a:solidFill>
                        <a:schemeClr val="accent6"/>
                      </a:solidFill>
                      <a:prstDash val="solid"/>
                      <a:round/>
                      <a:headEnd type="none" w="med" len="med"/>
                      <a:tailEnd type="none" w="med" len="med"/>
                    </a:lnR>
                    <a:lnT w="12700" cap="flat" cmpd="sng" algn="ctr">
                      <a:solidFill>
                        <a:schemeClr val="accent6"/>
                      </a:solidFill>
                      <a:prstDash val="solid"/>
                      <a:round/>
                      <a:headEnd type="none" w="med" len="med"/>
                      <a:tailEnd type="none" w="med" len="med"/>
                    </a:lnT>
                    <a:lnB w="12700" cap="flat" cmpd="sng" algn="ctr">
                      <a:solidFill>
                        <a:schemeClr val="accent6"/>
                      </a:solidFill>
                      <a:prstDash val="solid"/>
                      <a:round/>
                      <a:headEnd type="none" w="med" len="med"/>
                      <a:tailEnd type="none" w="med" len="med"/>
                    </a:lnB>
                    <a:solidFill>
                      <a:schemeClr val="tx1"/>
                    </a:solidFill>
                  </a:tcPr>
                </a:tc>
                <a:tc>
                  <a:txBody>
                    <a:bodyPr/>
                    <a:lstStyle/>
                    <a:p>
                      <a:pPr indent="0" marL="0">
                        <a:buNone/>
                      </a:pPr>
                      <a:r>
                        <a:rPr lang="en-US" sz="1500" b="1" dirty="0">
                          <a:solidFill>
                            <a:schemeClr val="bg2"/>
                          </a:solidFill>
                          <a:latin typeface="Calibri" pitchFamily="34" charset="0"/>
                          <a:ea typeface="Calibri" pitchFamily="34" charset="-122"/>
                          <a:cs typeface="Calibri" pitchFamily="34" charset="-120"/>
                        </a:rPr>
                        <a:t>Pertanyaan pastoral</a:t>
                      </a:r>
                      <a:endParaRPr lang="en-US" sz="1500" dirty="0">
                        <a:latin typeface="Calibri" charset="0"/>
                        <a:ea typeface="Calibri" charset="0"/>
                        <a:cs typeface="Calibri" charset="0"/>
                      </a:endParaRPr>
                    </a:p>
                  </a:txBody>
                  <a:tcPr marL="164592" marR="164592" marT="73152" marB="73152" anchor="ctr">
                    <a:lnL w="12700" cap="flat" cmpd="sng" algn="ctr">
                      <a:solidFill>
                        <a:schemeClr val="accent6"/>
                      </a:solidFill>
                      <a:prstDash val="solid"/>
                      <a:round/>
                      <a:headEnd type="none" w="med" len="med"/>
                      <a:tailEnd type="none" w="med" len="med"/>
                    </a:lnL>
                    <a:lnR w="12700" cap="flat" cmpd="sng" algn="ctr">
                      <a:solidFill>
                        <a:schemeClr val="accent6"/>
                      </a:solidFill>
                      <a:prstDash val="solid"/>
                      <a:round/>
                      <a:headEnd type="none" w="med" len="med"/>
                      <a:tailEnd type="none" w="med" len="med"/>
                    </a:lnR>
                    <a:lnT w="12700" cap="flat" cmpd="sng" algn="ctr">
                      <a:solidFill>
                        <a:schemeClr val="accent6"/>
                      </a:solidFill>
                      <a:prstDash val="solid"/>
                      <a:round/>
                      <a:headEnd type="none" w="med" len="med"/>
                      <a:tailEnd type="none" w="med" len="med"/>
                    </a:lnT>
                    <a:lnB w="12700" cap="flat" cmpd="sng" algn="ctr">
                      <a:solidFill>
                        <a:schemeClr val="accent6"/>
                      </a:solidFill>
                      <a:prstDash val="solid"/>
                      <a:round/>
                      <a:headEnd type="none" w="med" len="med"/>
                      <a:tailEnd type="none" w="med" len="med"/>
                    </a:lnB>
                    <a:solidFill>
                      <a:schemeClr val="tx1"/>
                    </a:solidFill>
                  </a:tcPr>
                </a:tc>
                <a:tc>
                  <a:txBody>
                    <a:bodyPr/>
                    <a:lstStyle/>
                    <a:p>
                      <a:pPr indent="0" marL="0">
                        <a:buNone/>
                      </a:pPr>
                      <a:r>
                        <a:rPr lang="en-US" sz="1500" b="1" dirty="0">
                          <a:solidFill>
                            <a:schemeClr val="bg2"/>
                          </a:solidFill>
                          <a:latin typeface="Calibri" pitchFamily="34" charset="0"/>
                          <a:ea typeface="Calibri" pitchFamily="34" charset="-122"/>
                          <a:cs typeface="Calibri" pitchFamily="34" charset="-120"/>
                        </a:rPr>
                        <a:t>Kemungkinan tindakan</a:t>
                      </a:r>
                      <a:endParaRPr lang="en-US" sz="1500" dirty="0">
                        <a:latin typeface="Calibri" charset="0"/>
                        <a:ea typeface="Calibri" charset="0"/>
                        <a:cs typeface="Calibri" charset="0"/>
                      </a:endParaRPr>
                    </a:p>
                  </a:txBody>
                  <a:tcPr marL="164592" marR="164592" marT="73152" marB="73152" anchor="ctr">
                    <a:lnL w="12700" cap="flat" cmpd="sng" algn="ctr">
                      <a:solidFill>
                        <a:schemeClr val="accent6"/>
                      </a:solidFill>
                      <a:prstDash val="solid"/>
                      <a:round/>
                      <a:headEnd type="none" w="med" len="med"/>
                      <a:tailEnd type="none" w="med" len="med"/>
                    </a:lnL>
                    <a:lnR w="12700" cap="flat" cmpd="sng" algn="ctr">
                      <a:solidFill>
                        <a:schemeClr val="accent6"/>
                      </a:solidFill>
                      <a:prstDash val="solid"/>
                      <a:round/>
                      <a:headEnd type="none" w="med" len="med"/>
                      <a:tailEnd type="none" w="med" len="med"/>
                    </a:lnR>
                    <a:lnT w="12700" cap="flat" cmpd="sng" algn="ctr">
                      <a:solidFill>
                        <a:schemeClr val="accent6"/>
                      </a:solidFill>
                      <a:prstDash val="solid"/>
                      <a:round/>
                      <a:headEnd type="none" w="med" len="med"/>
                      <a:tailEnd type="none" w="med" len="med"/>
                    </a:lnT>
                    <a:lnB w="12700" cap="flat" cmpd="sng" algn="ctr">
                      <a:solidFill>
                        <a:schemeClr val="accent6"/>
                      </a:solidFill>
                      <a:prstDash val="solid"/>
                      <a:round/>
                      <a:headEnd type="none" w="med" len="med"/>
                      <a:tailEnd type="none" w="med" len="med"/>
                    </a:lnB>
                    <a:solidFill>
                      <a:schemeClr val="tx1"/>
                    </a:solidFill>
                  </a:tcPr>
                </a:tc>
              </a:tr>
              <a:tr h="914400">
                <a:tc>
                  <a:txBody>
                    <a:bodyPr/>
                    <a:lstStyle/>
                    <a:p>
                      <a:pPr indent="0" marL="0">
                        <a:buNone/>
                      </a:pPr>
                      <a:r>
                        <a:rPr lang="en-US" sz="1500" b="1" dirty="0">
                          <a:solidFill>
                            <a:schemeClr val="tx1"/>
                          </a:solidFill>
                          <a:latin typeface="Calibri" pitchFamily="34" charset="0"/>
                          <a:ea typeface="Calibri" pitchFamily="34" charset="-122"/>
                          <a:cs typeface="Calibri" pitchFamily="34" charset="-120"/>
                        </a:rPr>
                        <a:t>Pengeluaran program naik lebih cepat daripada kolekte</a:t>
                      </a:r>
                      <a:endParaRPr lang="en-US" sz="1500" dirty="0">
                        <a:latin typeface="Calibri" charset="0"/>
                        <a:ea typeface="Calibri" charset="0"/>
                        <a:cs typeface="Calibri" charset="0"/>
                      </a:endParaRPr>
                    </a:p>
                  </a:txBody>
                  <a:tcPr marL="164592" marR="164592" marT="73152" marB="73152" anchor="ctr">
                    <a:lnL w="12700" cap="flat" cmpd="sng" algn="ctr">
                      <a:solidFill>
                        <a:schemeClr val="accent6"/>
                      </a:solidFill>
                      <a:prstDash val="solid"/>
                      <a:round/>
                      <a:headEnd type="none" w="med" len="med"/>
                      <a:tailEnd type="none" w="med" len="med"/>
                    </a:lnL>
                    <a:lnR w="12700" cap="flat" cmpd="sng" algn="ctr">
                      <a:solidFill>
                        <a:schemeClr val="accent6"/>
                      </a:solidFill>
                      <a:prstDash val="solid"/>
                      <a:round/>
                      <a:headEnd type="none" w="med" len="med"/>
                      <a:tailEnd type="none" w="med" len="med"/>
                    </a:lnR>
                    <a:lnT w="12700" cap="flat" cmpd="sng" algn="ctr">
                      <a:solidFill>
                        <a:schemeClr val="accent6"/>
                      </a:solidFill>
                      <a:prstDash val="solid"/>
                      <a:round/>
                      <a:headEnd type="none" w="med" len="med"/>
                      <a:tailEnd type="none" w="med" len="med"/>
                    </a:lnT>
                    <a:lnB w="12700" cap="flat" cmpd="sng" algn="ctr">
                      <a:solidFill>
                        <a:schemeClr val="accent6"/>
                      </a:solidFill>
                      <a:prstDash val="solid"/>
                      <a:round/>
                      <a:headEnd type="none" w="med" len="med"/>
                      <a:tailEnd type="none" w="med" len="med"/>
                    </a:lnB>
                    <a:solidFill>
                      <a:schemeClr val="bg1"/>
                    </a:solidFill>
                  </a:tcPr>
                </a:tc>
                <a:tc>
                  <a:txBody>
                    <a:bodyPr/>
                    <a:lstStyle/>
                    <a:p>
                      <a:pPr indent="0" marL="0">
                        <a:buNone/>
                      </a:pPr>
                      <a:r>
                        <a:rPr lang="en-US" sz="1500" dirty="0">
                          <a:solidFill>
                            <a:schemeClr val="tx1"/>
                          </a:solidFill>
                          <a:latin typeface="Calibri" pitchFamily="34" charset="0"/>
                          <a:ea typeface="Calibri" pitchFamily="34" charset="-122"/>
                          <a:cs typeface="Calibri" pitchFamily="34" charset="-120"/>
                        </a:rPr>
                        <a:t>Program mana yang paling berbuah dan perlu dipertahankan?</a:t>
                      </a:r>
                      <a:endParaRPr lang="en-US" sz="1500" dirty="0">
                        <a:latin typeface="Calibri" charset="0"/>
                        <a:ea typeface="Calibri" charset="0"/>
                        <a:cs typeface="Calibri" charset="0"/>
                      </a:endParaRPr>
                    </a:p>
                  </a:txBody>
                  <a:tcPr marL="164592" marR="164592" marT="73152" marB="73152" anchor="ctr">
                    <a:lnL w="12700" cap="flat" cmpd="sng" algn="ctr">
                      <a:solidFill>
                        <a:schemeClr val="accent6"/>
                      </a:solidFill>
                      <a:prstDash val="solid"/>
                      <a:round/>
                      <a:headEnd type="none" w="med" len="med"/>
                      <a:tailEnd type="none" w="med" len="med"/>
                    </a:lnL>
                    <a:lnR w="12700" cap="flat" cmpd="sng" algn="ctr">
                      <a:solidFill>
                        <a:schemeClr val="accent6"/>
                      </a:solidFill>
                      <a:prstDash val="solid"/>
                      <a:round/>
                      <a:headEnd type="none" w="med" len="med"/>
                      <a:tailEnd type="none" w="med" len="med"/>
                    </a:lnR>
                    <a:lnT w="12700" cap="flat" cmpd="sng" algn="ctr">
                      <a:solidFill>
                        <a:schemeClr val="accent6"/>
                      </a:solidFill>
                      <a:prstDash val="solid"/>
                      <a:round/>
                      <a:headEnd type="none" w="med" len="med"/>
                      <a:tailEnd type="none" w="med" len="med"/>
                    </a:lnT>
                    <a:lnB w="12700" cap="flat" cmpd="sng" algn="ctr">
                      <a:solidFill>
                        <a:schemeClr val="accent6"/>
                      </a:solidFill>
                      <a:prstDash val="solid"/>
                      <a:round/>
                      <a:headEnd type="none" w="med" len="med"/>
                      <a:tailEnd type="none" w="med" len="med"/>
                    </a:lnB>
                    <a:solidFill>
                      <a:schemeClr val="bg1"/>
                    </a:solidFill>
                  </a:tcPr>
                </a:tc>
                <a:tc>
                  <a:txBody>
                    <a:bodyPr/>
                    <a:lstStyle/>
                    <a:p>
                      <a:pPr indent="0" marL="0">
                        <a:buNone/>
                      </a:pPr>
                      <a:r>
                        <a:rPr lang="en-US" sz="1500" dirty="0">
                          <a:solidFill>
                            <a:schemeClr val="tx1"/>
                          </a:solidFill>
                          <a:latin typeface="Calibri" pitchFamily="34" charset="0"/>
                          <a:ea typeface="Calibri" pitchFamily="34" charset="-122"/>
                          <a:cs typeface="Calibri" pitchFamily="34" charset="-120"/>
                        </a:rPr>
                        <a:t>Tinjau prioritas program bersama seksi dan siapkan beberapa skenario anggaran</a:t>
                      </a:r>
                      <a:endParaRPr lang="en-US" sz="1500" dirty="0">
                        <a:latin typeface="Calibri" charset="0"/>
                        <a:ea typeface="Calibri" charset="0"/>
                        <a:cs typeface="Calibri" charset="0"/>
                      </a:endParaRPr>
                    </a:p>
                  </a:txBody>
                  <a:tcPr marL="164592" marR="164592" marT="73152" marB="73152" anchor="ctr">
                    <a:lnL w="12700" cap="flat" cmpd="sng" algn="ctr">
                      <a:solidFill>
                        <a:schemeClr val="accent6"/>
                      </a:solidFill>
                      <a:prstDash val="solid"/>
                      <a:round/>
                      <a:headEnd type="none" w="med" len="med"/>
                      <a:tailEnd type="none" w="med" len="med"/>
                    </a:lnL>
                    <a:lnR w="12700" cap="flat" cmpd="sng" algn="ctr">
                      <a:solidFill>
                        <a:schemeClr val="accent6"/>
                      </a:solidFill>
                      <a:prstDash val="solid"/>
                      <a:round/>
                      <a:headEnd type="none" w="med" len="med"/>
                      <a:tailEnd type="none" w="med" len="med"/>
                    </a:lnR>
                    <a:lnT w="12700" cap="flat" cmpd="sng" algn="ctr">
                      <a:solidFill>
                        <a:schemeClr val="accent6"/>
                      </a:solidFill>
                      <a:prstDash val="solid"/>
                      <a:round/>
                      <a:headEnd type="none" w="med" len="med"/>
                      <a:tailEnd type="none" w="med" len="med"/>
                    </a:lnT>
                    <a:lnB w="12700" cap="flat" cmpd="sng" algn="ctr">
                      <a:solidFill>
                        <a:schemeClr val="accent6"/>
                      </a:solidFill>
                      <a:prstDash val="solid"/>
                      <a:round/>
                      <a:headEnd type="none" w="med" len="med"/>
                      <a:tailEnd type="none" w="med" len="med"/>
                    </a:lnB>
                    <a:solidFill>
                      <a:schemeClr val="bg1"/>
                    </a:solidFill>
                  </a:tcPr>
                </a:tc>
              </a:tr>
              <a:tr h="914400">
                <a:tc>
                  <a:txBody>
                    <a:bodyPr/>
                    <a:lstStyle/>
                    <a:p>
                      <a:pPr indent="0" marL="0">
                        <a:buNone/>
                      </a:pPr>
                      <a:r>
                        <a:rPr lang="en-US" sz="1500" b="1" dirty="0">
                          <a:solidFill>
                            <a:schemeClr val="tx1"/>
                          </a:solidFill>
                          <a:latin typeface="Calibri" pitchFamily="34" charset="0"/>
                          <a:ea typeface="Calibri" pitchFamily="34" charset="-122"/>
                          <a:cs typeface="Calibri" pitchFamily="34" charset="-120"/>
                        </a:rPr>
                        <a:t>Sumbangan Adven menutup makin sedikit biaya Natal</a:t>
                      </a:r>
                      <a:endParaRPr lang="en-US" sz="1500" dirty="0">
                        <a:latin typeface="Calibri" charset="0"/>
                        <a:ea typeface="Calibri" charset="0"/>
                        <a:cs typeface="Calibri" charset="0"/>
                      </a:endParaRPr>
                    </a:p>
                  </a:txBody>
                  <a:tcPr marL="164592" marR="164592" marT="73152" marB="73152" anchor="ctr">
                    <a:lnL w="12700" cap="flat" cmpd="sng" algn="ctr">
                      <a:solidFill>
                        <a:schemeClr val="accent6"/>
                      </a:solidFill>
                      <a:prstDash val="solid"/>
                      <a:round/>
                      <a:headEnd type="none" w="med" len="med"/>
                      <a:tailEnd type="none" w="med" len="med"/>
                    </a:lnL>
                    <a:lnR w="12700" cap="flat" cmpd="sng" algn="ctr">
                      <a:solidFill>
                        <a:schemeClr val="accent6"/>
                      </a:solidFill>
                      <a:prstDash val="solid"/>
                      <a:round/>
                      <a:headEnd type="none" w="med" len="med"/>
                      <a:tailEnd type="none" w="med" len="med"/>
                    </a:lnR>
                    <a:lnT w="12700" cap="flat" cmpd="sng" algn="ctr">
                      <a:solidFill>
                        <a:schemeClr val="accent6"/>
                      </a:solidFill>
                      <a:prstDash val="solid"/>
                      <a:round/>
                      <a:headEnd type="none" w="med" len="med"/>
                      <a:tailEnd type="none" w="med" len="med"/>
                    </a:lnT>
                    <a:lnB w="12700" cap="flat" cmpd="sng" algn="ctr">
                      <a:solidFill>
                        <a:schemeClr val="accent6"/>
                      </a:solidFill>
                      <a:prstDash val="solid"/>
                      <a:round/>
                      <a:headEnd type="none" w="med" len="med"/>
                      <a:tailEnd type="none" w="med" len="med"/>
                    </a:lnB>
                    <a:solidFill>
                      <a:schemeClr val="accent5"/>
                    </a:solidFill>
                  </a:tcPr>
                </a:tc>
                <a:tc>
                  <a:txBody>
                    <a:bodyPr/>
                    <a:lstStyle/>
                    <a:p>
                      <a:pPr indent="0" marL="0">
                        <a:buNone/>
                      </a:pPr>
                      <a:r>
                        <a:rPr lang="en-US" sz="1500" dirty="0">
                          <a:solidFill>
                            <a:schemeClr val="tx1"/>
                          </a:solidFill>
                          <a:latin typeface="Calibri" pitchFamily="34" charset="0"/>
                          <a:ea typeface="Calibri" pitchFamily="34" charset="-122"/>
                          <a:cs typeface="Calibri" pitchFamily="34" charset="-120"/>
                        </a:rPr>
                        <a:t>Bagaimana mengajak umat terlibat lebih awal?</a:t>
                      </a:r>
                      <a:endParaRPr lang="en-US" sz="1500" dirty="0">
                        <a:latin typeface="Calibri" charset="0"/>
                        <a:ea typeface="Calibri" charset="0"/>
                        <a:cs typeface="Calibri" charset="0"/>
                      </a:endParaRPr>
                    </a:p>
                  </a:txBody>
                  <a:tcPr marL="164592" marR="164592" marT="73152" marB="73152" anchor="ctr">
                    <a:lnL w="12700" cap="flat" cmpd="sng" algn="ctr">
                      <a:solidFill>
                        <a:schemeClr val="accent6"/>
                      </a:solidFill>
                      <a:prstDash val="solid"/>
                      <a:round/>
                      <a:headEnd type="none" w="med" len="med"/>
                      <a:tailEnd type="none" w="med" len="med"/>
                    </a:lnL>
                    <a:lnR w="12700" cap="flat" cmpd="sng" algn="ctr">
                      <a:solidFill>
                        <a:schemeClr val="accent6"/>
                      </a:solidFill>
                      <a:prstDash val="solid"/>
                      <a:round/>
                      <a:headEnd type="none" w="med" len="med"/>
                      <a:tailEnd type="none" w="med" len="med"/>
                    </a:lnR>
                    <a:lnT w="12700" cap="flat" cmpd="sng" algn="ctr">
                      <a:solidFill>
                        <a:schemeClr val="accent6"/>
                      </a:solidFill>
                      <a:prstDash val="solid"/>
                      <a:round/>
                      <a:headEnd type="none" w="med" len="med"/>
                      <a:tailEnd type="none" w="med" len="med"/>
                    </a:lnT>
                    <a:lnB w="12700" cap="flat" cmpd="sng" algn="ctr">
                      <a:solidFill>
                        <a:schemeClr val="accent6"/>
                      </a:solidFill>
                      <a:prstDash val="solid"/>
                      <a:round/>
                      <a:headEnd type="none" w="med" len="med"/>
                      <a:tailEnd type="none" w="med" len="med"/>
                    </a:lnB>
                    <a:solidFill>
                      <a:schemeClr val="accent5"/>
                    </a:solidFill>
                  </a:tcPr>
                </a:tc>
                <a:tc>
                  <a:txBody>
                    <a:bodyPr/>
                    <a:lstStyle/>
                    <a:p>
                      <a:pPr indent="0" marL="0">
                        <a:buNone/>
                      </a:pPr>
                      <a:r>
                        <a:rPr lang="en-US" sz="1500" dirty="0">
                          <a:solidFill>
                            <a:schemeClr val="tx1"/>
                          </a:solidFill>
                          <a:latin typeface="Calibri" pitchFamily="34" charset="0"/>
                          <a:ea typeface="Calibri" pitchFamily="34" charset="-122"/>
                          <a:cs typeface="Calibri" pitchFamily="34" charset="-120"/>
                        </a:rPr>
                        <a:t>Sosialisasi Adven lebih dini dan target yang lebih realistis</a:t>
                      </a:r>
                      <a:endParaRPr lang="en-US" sz="1500" dirty="0">
                        <a:latin typeface="Calibri" charset="0"/>
                        <a:ea typeface="Calibri" charset="0"/>
                        <a:cs typeface="Calibri" charset="0"/>
                      </a:endParaRPr>
                    </a:p>
                  </a:txBody>
                  <a:tcPr marL="164592" marR="164592" marT="73152" marB="73152" anchor="ctr">
                    <a:lnL w="12700" cap="flat" cmpd="sng" algn="ctr">
                      <a:solidFill>
                        <a:schemeClr val="accent6"/>
                      </a:solidFill>
                      <a:prstDash val="solid"/>
                      <a:round/>
                      <a:headEnd type="none" w="med" len="med"/>
                      <a:tailEnd type="none" w="med" len="med"/>
                    </a:lnL>
                    <a:lnR w="12700" cap="flat" cmpd="sng" algn="ctr">
                      <a:solidFill>
                        <a:schemeClr val="accent6"/>
                      </a:solidFill>
                      <a:prstDash val="solid"/>
                      <a:round/>
                      <a:headEnd type="none" w="med" len="med"/>
                      <a:tailEnd type="none" w="med" len="med"/>
                    </a:lnR>
                    <a:lnT w="12700" cap="flat" cmpd="sng" algn="ctr">
                      <a:solidFill>
                        <a:schemeClr val="accent6"/>
                      </a:solidFill>
                      <a:prstDash val="solid"/>
                      <a:round/>
                      <a:headEnd type="none" w="med" len="med"/>
                      <a:tailEnd type="none" w="med" len="med"/>
                    </a:lnT>
                    <a:lnB w="12700" cap="flat" cmpd="sng" algn="ctr">
                      <a:solidFill>
                        <a:schemeClr val="accent6"/>
                      </a:solidFill>
                      <a:prstDash val="solid"/>
                      <a:round/>
                      <a:headEnd type="none" w="med" len="med"/>
                      <a:tailEnd type="none" w="med" len="med"/>
                    </a:lnB>
                    <a:solidFill>
                      <a:schemeClr val="accent5"/>
                    </a:solidFill>
                  </a:tcPr>
                </a:tc>
              </a:tr>
              <a:tr h="914400">
                <a:tc>
                  <a:txBody>
                    <a:bodyPr/>
                    <a:lstStyle/>
                    <a:p>
                      <a:pPr indent="0" marL="0">
                        <a:buNone/>
                      </a:pPr>
                      <a:r>
                        <a:rPr lang="en-US" sz="1500" b="1" dirty="0">
                          <a:solidFill>
                            <a:schemeClr val="tx1"/>
                          </a:solidFill>
                          <a:latin typeface="Calibri" pitchFamily="34" charset="0"/>
                          <a:ea typeface="Calibri" pitchFamily="34" charset="-122"/>
                          <a:cs typeface="Calibri" pitchFamily="34" charset="-120"/>
                        </a:rPr>
                        <a:t>Sedikit umat berusia 20 sampai 29 tahun</a:t>
                      </a:r>
                      <a:endParaRPr lang="en-US" sz="1500" dirty="0">
                        <a:latin typeface="Calibri" charset="0"/>
                        <a:ea typeface="Calibri" charset="0"/>
                        <a:cs typeface="Calibri" charset="0"/>
                      </a:endParaRPr>
                    </a:p>
                  </a:txBody>
                  <a:tcPr marL="164592" marR="164592" marT="73152" marB="73152" anchor="ctr">
                    <a:lnL w="12700" cap="flat" cmpd="sng" algn="ctr">
                      <a:solidFill>
                        <a:schemeClr val="accent6"/>
                      </a:solidFill>
                      <a:prstDash val="solid"/>
                      <a:round/>
                      <a:headEnd type="none" w="med" len="med"/>
                      <a:tailEnd type="none" w="med" len="med"/>
                    </a:lnL>
                    <a:lnR w="12700" cap="flat" cmpd="sng" algn="ctr">
                      <a:solidFill>
                        <a:schemeClr val="accent6"/>
                      </a:solidFill>
                      <a:prstDash val="solid"/>
                      <a:round/>
                      <a:headEnd type="none" w="med" len="med"/>
                      <a:tailEnd type="none" w="med" len="med"/>
                    </a:lnR>
                    <a:lnT w="12700" cap="flat" cmpd="sng" algn="ctr">
                      <a:solidFill>
                        <a:schemeClr val="accent6"/>
                      </a:solidFill>
                      <a:prstDash val="solid"/>
                      <a:round/>
                      <a:headEnd type="none" w="med" len="med"/>
                      <a:tailEnd type="none" w="med" len="med"/>
                    </a:lnT>
                    <a:lnB w="12700" cap="flat" cmpd="sng" algn="ctr">
                      <a:solidFill>
                        <a:schemeClr val="accent6"/>
                      </a:solidFill>
                      <a:prstDash val="solid"/>
                      <a:round/>
                      <a:headEnd type="none" w="med" len="med"/>
                      <a:tailEnd type="none" w="med" len="med"/>
                    </a:lnB>
                    <a:solidFill>
                      <a:schemeClr val="bg1"/>
                    </a:solidFill>
                  </a:tcPr>
                </a:tc>
                <a:tc>
                  <a:txBody>
                    <a:bodyPr/>
                    <a:lstStyle/>
                    <a:p>
                      <a:pPr indent="0" marL="0">
                        <a:buNone/>
                      </a:pPr>
                      <a:r>
                        <a:rPr lang="en-US" sz="1500" dirty="0">
                          <a:solidFill>
                            <a:schemeClr val="tx1"/>
                          </a:solidFill>
                          <a:latin typeface="Calibri" pitchFamily="34" charset="0"/>
                          <a:ea typeface="Calibri" pitchFamily="34" charset="-122"/>
                          <a:cs typeface="Calibri" pitchFamily="34" charset="-120"/>
                        </a:rPr>
                        <a:t>Apa yang dibutuhkan orang muda dari paroki?</a:t>
                      </a:r>
                      <a:endParaRPr lang="en-US" sz="1500" dirty="0">
                        <a:latin typeface="Calibri" charset="0"/>
                        <a:ea typeface="Calibri" charset="0"/>
                        <a:cs typeface="Calibri" charset="0"/>
                      </a:endParaRPr>
                    </a:p>
                  </a:txBody>
                  <a:tcPr marL="164592" marR="164592" marT="73152" marB="73152" anchor="ctr">
                    <a:lnL w="12700" cap="flat" cmpd="sng" algn="ctr">
                      <a:solidFill>
                        <a:schemeClr val="accent6"/>
                      </a:solidFill>
                      <a:prstDash val="solid"/>
                      <a:round/>
                      <a:headEnd type="none" w="med" len="med"/>
                      <a:tailEnd type="none" w="med" len="med"/>
                    </a:lnL>
                    <a:lnR w="12700" cap="flat" cmpd="sng" algn="ctr">
                      <a:solidFill>
                        <a:schemeClr val="accent6"/>
                      </a:solidFill>
                      <a:prstDash val="solid"/>
                      <a:round/>
                      <a:headEnd type="none" w="med" len="med"/>
                      <a:tailEnd type="none" w="med" len="med"/>
                    </a:lnR>
                    <a:lnT w="12700" cap="flat" cmpd="sng" algn="ctr">
                      <a:solidFill>
                        <a:schemeClr val="accent6"/>
                      </a:solidFill>
                      <a:prstDash val="solid"/>
                      <a:round/>
                      <a:headEnd type="none" w="med" len="med"/>
                      <a:tailEnd type="none" w="med" len="med"/>
                    </a:lnT>
                    <a:lnB w="12700" cap="flat" cmpd="sng" algn="ctr">
                      <a:solidFill>
                        <a:schemeClr val="accent6"/>
                      </a:solidFill>
                      <a:prstDash val="solid"/>
                      <a:round/>
                      <a:headEnd type="none" w="med" len="med"/>
                      <a:tailEnd type="none" w="med" len="med"/>
                    </a:lnB>
                    <a:solidFill>
                      <a:schemeClr val="bg1"/>
                    </a:solidFill>
                  </a:tcPr>
                </a:tc>
                <a:tc>
                  <a:txBody>
                    <a:bodyPr/>
                    <a:lstStyle/>
                    <a:p>
                      <a:pPr indent="0" marL="0">
                        <a:buNone/>
                      </a:pPr>
                      <a:r>
                        <a:rPr lang="en-US" sz="1500" dirty="0">
                          <a:solidFill>
                            <a:schemeClr val="tx1"/>
                          </a:solidFill>
                          <a:latin typeface="Calibri" pitchFamily="34" charset="0"/>
                          <a:ea typeface="Calibri" pitchFamily="34" charset="-122"/>
                          <a:cs typeface="Calibri" pitchFamily="34" charset="-120"/>
                        </a:rPr>
                        <a:t>Dengarkan lewat survei dan libatkan seksi kepemudaan</a:t>
                      </a:r>
                      <a:endParaRPr lang="en-US" sz="1500" dirty="0">
                        <a:latin typeface="Calibri" charset="0"/>
                        <a:ea typeface="Calibri" charset="0"/>
                        <a:cs typeface="Calibri" charset="0"/>
                      </a:endParaRPr>
                    </a:p>
                  </a:txBody>
                  <a:tcPr marL="164592" marR="164592" marT="73152" marB="73152" anchor="ctr">
                    <a:lnL w="12700" cap="flat" cmpd="sng" algn="ctr">
                      <a:solidFill>
                        <a:schemeClr val="accent6"/>
                      </a:solidFill>
                      <a:prstDash val="solid"/>
                      <a:round/>
                      <a:headEnd type="none" w="med" len="med"/>
                      <a:tailEnd type="none" w="med" len="med"/>
                    </a:lnL>
                    <a:lnR w="12700" cap="flat" cmpd="sng" algn="ctr">
                      <a:solidFill>
                        <a:schemeClr val="accent6"/>
                      </a:solidFill>
                      <a:prstDash val="solid"/>
                      <a:round/>
                      <a:headEnd type="none" w="med" len="med"/>
                      <a:tailEnd type="none" w="med" len="med"/>
                    </a:lnR>
                    <a:lnT w="12700" cap="flat" cmpd="sng" algn="ctr">
                      <a:solidFill>
                        <a:schemeClr val="accent6"/>
                      </a:solidFill>
                      <a:prstDash val="solid"/>
                      <a:round/>
                      <a:headEnd type="none" w="med" len="med"/>
                      <a:tailEnd type="none" w="med" len="med"/>
                    </a:lnT>
                    <a:lnB w="12700" cap="flat" cmpd="sng" algn="ctr">
                      <a:solidFill>
                        <a:schemeClr val="accent6"/>
                      </a:solidFill>
                      <a:prstDash val="solid"/>
                      <a:round/>
                      <a:headEnd type="none" w="med" len="med"/>
                      <a:tailEnd type="none" w="med" len="med"/>
                    </a:lnB>
                    <a:solidFill>
                      <a:schemeClr val="bg1"/>
                    </a:solidFill>
                  </a:tcPr>
                </a:tc>
              </a:tr>
            </a:tbl>
          </a:graphicData>
        </a:graphic>
      </p:graphicFrame>
      <p:sp>
        <p:nvSpPr>
          <p:cNvPr id="6" name="Text 2"/>
          <p:cNvSpPr txBox="1"/>
          <p:nvPr/>
        </p:nvSpPr>
        <p:spPr>
          <a:xfrm>
            <a:off x="640080" y="5349240"/>
            <a:ext cx="10911535" cy="457200"/>
          </a:xfrm>
          <a:prstGeom prst="rect">
            <a:avLst/>
          </a:prstGeom>
          <a:noFill/>
          <a:ln/>
        </p:spPr>
        <p:txBody>
          <a:bodyPr wrap="square" lIns="0" tIns="0" rIns="0" bIns="0" rtlCol="0" anchor="ctr"/>
          <a:lstStyle/>
          <a:p>
            <a:pPr indent="0" marL="0">
              <a:buNone/>
            </a:pPr>
            <a:r>
              <a:rPr lang="id-ID" altLang="en-US" sz="1800" dirty="0">
                <a:solidFill>
                  <a:schemeClr val="tx2"/>
                </a:solidFill>
              </a:rPr>
              <a:t>Contoh pertanyaan dan tindakan. Dewan dan gembala tetap yang memutuskan.</a:t>
            </a:r>
            <a:endParaRPr lang="id-ID" sz="1800" dirty="0"/>
          </a:p>
        </p:txBody>
      </p:sp>
      <p:sp>
        <p:nvSpPr>
          <p:cNvPr id="7" name="Text 3"/>
          <p:cNvSpPr txBox="1"/>
          <p:nvPr/>
        </p:nvSpPr>
        <p:spPr>
          <a:xfrm>
            <a:off x="5669280" y="6355080"/>
            <a:ext cx="5212080" cy="274320"/>
          </a:xfrm>
          <a:prstGeom prst="rect">
            <a:avLst/>
          </a:prstGeom>
          <a:noFill/>
          <a:ln/>
        </p:spPr>
        <p:txBody>
          <a:bodyPr wrap="square" lIns="0" tIns="0" rIns="0" bIns="0" rtlCol="0" anchor="ctr"/>
          <a:lstStyle/>
          <a:p>
            <a:pPr algn="r" indent="0" marL="0">
              <a:buNone/>
            </a:pPr>
            <a:r>
              <a:rPr lang="id-ID" altLang="en-US" sz="1100" dirty="0">
                <a:solidFill>
                  <a:schemeClr val="tx2"/>
                </a:solidFill>
              </a:rPr>
              <a:t>1 Kumpulkan</a:t>
            </a:r>
            <a:pPr algn="r" indent="0" marL="0">
              <a:buNone/>
            </a:pPr>
            <a:r>
              <a:rPr lang="id-ID" altLang="en-US" sz="1100" dirty="0">
                <a:solidFill>
                  <a:schemeClr val="tx2"/>
                </a:solidFill>
              </a:rPr>
              <a:t>  ·  </a:t>
            </a:r>
            <a:pPr algn="r" indent="0" marL="0">
              <a:buNone/>
            </a:pPr>
            <a:r>
              <a:rPr lang="id-ID" altLang="en-US" sz="1100" dirty="0">
                <a:solidFill>
                  <a:schemeClr val="tx2"/>
                </a:solidFill>
              </a:rPr>
              <a:t>2 Bagikan</a:t>
            </a:r>
            <a:pPr algn="r" indent="0" marL="0">
              <a:buNone/>
            </a:pPr>
            <a:r>
              <a:rPr lang="id-ID" altLang="en-US" sz="1100" dirty="0">
                <a:solidFill>
                  <a:schemeClr val="tx2"/>
                </a:solidFill>
              </a:rPr>
              <a:t>  ·  </a:t>
            </a:r>
            <a:pPr algn="r" indent="0" marL="0">
              <a:buNone/>
            </a:pPr>
            <a:r>
              <a:rPr lang="id-ID" altLang="en-US" sz="1100" b="1" dirty="0">
                <a:solidFill>
                  <a:schemeClr val="accent3"/>
                </a:solidFill>
              </a:rPr>
              <a:t>3 Pahami</a:t>
            </a:r>
            <a:endParaRPr lang="id-ID" sz="1100" dirty="0"/>
          </a:p>
        </p:txBody>
      </p:sp>
      <p:sp>
        <p:nvSpPr>
          <p:cNvPr id="25" name="Slide Number Placeholder 0"/>
          <p:cNvSpPr>
            <a:spLocks noGrp="1"/>
          </p:cNvSpPr>
          <p:nvPr>
            <p:ph type="sldNum" sz="quarter" idx="4294967295"/>
          </p:nvPr>
        </p:nvSpPr>
        <p:spPr>
          <a:xfrm>
            <a:off x="11000232"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tx2"/>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ext 0"/>
          <p:cNvSpPr/>
          <p:nvPr>
            <p:ph idx="100" type="body" hasCustomPrompt="1"/>
          </p:nvPr>
        </p:nvSpPr>
        <p:spPr>
          <a:xfrm>
            <a:off x="640080" y="502920"/>
            <a:ext cx="10911535" cy="320040"/>
          </a:xfrm>
          <a:prstGeom prst="rect">
            <a:avLst/>
          </a:prstGeom>
          <a:noFill/>
          <a:ln/>
        </p:spPr>
        <p:txBody>
          <a:bodyPr wrap="square" lIns="0" tIns="0" rIns="0" bIns="0" rtlCol="0" anchor="t"/>
          <a:lstStyle/>
          <a:p>
            <a:pPr algn="l" indent="0" marL="0">
              <a:buNone/>
            </a:pPr>
            <a:r>
              <a:rPr lang="id-ID" altLang="en-US" sz="1200" b="1" spc="200" kern="0" dirty="0">
                <a:solidFill>
                  <a:schemeClr val="accent3"/>
                </a:solidFill>
              </a:rPr>
              <a:t>MENJAGA KEPERCAYAAN</a:t>
            </a:r>
            <a:endParaRPr lang="id-ID" sz="1200" dirty="0"/>
          </a:p>
        </p:txBody>
      </p:sp>
      <p:sp>
        <p:nvSpPr>
          <p:cNvPr id="4" name="Text 0"/>
          <p:cNvSpPr/>
          <p:nvPr>
            <p:ph idx="101" type="title" hasCustomPrompt="1"/>
          </p:nvPr>
        </p:nvSpPr>
        <p:spPr>
          <a:xfrm>
            <a:off x="640080" y="841248"/>
            <a:ext cx="10911535" cy="822960"/>
          </a:xfrm>
          <a:prstGeom prst="rect">
            <a:avLst/>
          </a:prstGeom>
          <a:noFill/>
          <a:ln/>
        </p:spPr>
        <p:txBody>
          <a:bodyPr wrap="square" lIns="0" tIns="0" rIns="0" bIns="0" rtlCol="0" anchor="t"/>
          <a:lstStyle/>
          <a:p>
            <a:pPr algn="l" indent="0" marL="0">
              <a:buNone/>
            </a:pPr>
            <a:r>
              <a:rPr lang="id-ID" altLang="en-US" sz="3400" b="1" dirty="0">
                <a:solidFill>
                  <a:schemeClr val="tx1"/>
                </a:solidFill>
              </a:rPr>
              <a:t>Prinsip yang kita pegang</a:t>
            </a:r>
            <a:endParaRPr lang="id-ID" sz="3400" dirty="0"/>
          </a:p>
        </p:txBody>
      </p:sp>
      <p:sp>
        <p:nvSpPr>
          <p:cNvPr id="5" name="Shape 2"/>
          <p:cNvSpPr/>
          <p:nvPr/>
        </p:nvSpPr>
        <p:spPr>
          <a:xfrm>
            <a:off x="640080" y="1874520"/>
            <a:ext cx="2036003" cy="3200400"/>
          </a:xfrm>
          <a:prstGeom prst="roundRect">
            <a:avLst>
              <a:gd name="adj" fmla="val 6737"/>
            </a:avLst>
          </a:prstGeom>
          <a:solidFill>
            <a:schemeClr val="bg1"/>
          </a:solidFill>
          <a:ln w="12700">
            <a:solidFill>
              <a:schemeClr val="accent6"/>
            </a:solidFill>
            <a:prstDash val="solid"/>
          </a:ln>
        </p:spPr>
      </p:sp>
      <p:pic>
        <p:nvPicPr>
          <p:cNvPr id="6" name="Image 0" descr="Ikon Melayani, bukan menilai">    </p:cNvPr>
          <p:cNvPicPr>
            <a:picLocks noChangeAspect="1"/>
          </p:cNvPicPr>
          <p:nvPr/>
        </p:nvPicPr>
        <p:blipFill>
          <a:blip r:embed="rId1"/>
          <a:stretch>
            <a:fillRect/>
          </a:stretch>
        </p:blipFill>
        <p:spPr>
          <a:xfrm>
            <a:off x="868680" y="2103120"/>
            <a:ext cx="502920" cy="502920"/>
          </a:xfrm>
          <a:prstGeom prst="rect">
            <a:avLst/>
          </a:prstGeom>
        </p:spPr>
      </p:pic>
      <p:sp>
        <p:nvSpPr>
          <p:cNvPr id="7" name="Text 3"/>
          <p:cNvSpPr txBox="1"/>
          <p:nvPr/>
        </p:nvSpPr>
        <p:spPr>
          <a:xfrm>
            <a:off x="868680" y="2788920"/>
            <a:ext cx="1578803" cy="868680"/>
          </a:xfrm>
          <a:prstGeom prst="rect">
            <a:avLst/>
          </a:prstGeom>
          <a:noFill/>
          <a:ln/>
        </p:spPr>
        <p:txBody>
          <a:bodyPr wrap="square" lIns="0" tIns="0" rIns="0" bIns="0" rtlCol="0" anchor="t"/>
          <a:lstStyle/>
          <a:p>
            <a:pPr indent="0" marL="0">
              <a:buNone/>
            </a:pPr>
            <a:r>
              <a:rPr lang="id-ID" altLang="en-US" sz="1700" b="1" dirty="0">
                <a:solidFill>
                  <a:schemeClr val="tx1"/>
                </a:solidFill>
                <a:latin typeface="Cambria" pitchFamily="34" charset="0"/>
                <a:ea typeface="Cambria" pitchFamily="34" charset="-122"/>
                <a:cs typeface="Cambria" pitchFamily="34" charset="-120"/>
              </a:rPr>
              <a:t>Melayani, bukan menilai</a:t>
            </a:r>
            <a:endParaRPr lang="id-ID" sz="1700" dirty="0"/>
          </a:p>
        </p:txBody>
      </p:sp>
      <p:sp>
        <p:nvSpPr>
          <p:cNvPr id="8" name="Text 4"/>
          <p:cNvSpPr txBox="1"/>
          <p:nvPr/>
        </p:nvSpPr>
        <p:spPr>
          <a:xfrm>
            <a:off x="868680" y="3703320"/>
            <a:ext cx="1578803" cy="1280160"/>
          </a:xfrm>
          <a:prstGeom prst="rect">
            <a:avLst/>
          </a:prstGeom>
          <a:noFill/>
          <a:ln/>
        </p:spPr>
        <p:txBody>
          <a:bodyPr wrap="square" lIns="0" tIns="0" rIns="0" bIns="0" rtlCol="0" anchor="t"/>
          <a:lstStyle/>
          <a:p>
            <a:pPr indent="0" marL="0">
              <a:buNone/>
            </a:pPr>
            <a:r>
              <a:rPr lang="id-ID" altLang="en-US" sz="1400" dirty="0">
                <a:solidFill>
                  <a:schemeClr val="tx2"/>
                </a:solidFill>
              </a:rPr>
              <a:t>Kolekte bukan ukuran iman, dan wilayah tidak diurutkan dari yang terbaik.</a:t>
            </a:r>
            <a:endParaRPr lang="id-ID" sz="1400" dirty="0"/>
          </a:p>
        </p:txBody>
      </p:sp>
      <p:sp>
        <p:nvSpPr>
          <p:cNvPr id="9" name="Shape 5"/>
          <p:cNvSpPr/>
          <p:nvPr/>
        </p:nvSpPr>
        <p:spPr>
          <a:xfrm>
            <a:off x="2858963" y="1874520"/>
            <a:ext cx="2036003" cy="3200400"/>
          </a:xfrm>
          <a:prstGeom prst="roundRect">
            <a:avLst>
              <a:gd name="adj" fmla="val 6737"/>
            </a:avLst>
          </a:prstGeom>
          <a:solidFill>
            <a:schemeClr val="bg1"/>
          </a:solidFill>
          <a:ln w="12700">
            <a:solidFill>
              <a:schemeClr val="accent6"/>
            </a:solidFill>
            <a:prstDash val="solid"/>
          </a:ln>
        </p:spPr>
      </p:sp>
      <p:pic>
        <p:nvPicPr>
          <p:cNvPr id="10" name="Image 1" descr="Ikon Privasi lebih dulu">    </p:cNvPr>
          <p:cNvPicPr>
            <a:picLocks noChangeAspect="1"/>
          </p:cNvPicPr>
          <p:nvPr/>
        </p:nvPicPr>
        <p:blipFill>
          <a:blip r:embed="rId2"/>
          <a:stretch>
            <a:fillRect/>
          </a:stretch>
        </p:blipFill>
        <p:spPr>
          <a:xfrm>
            <a:off x="3087563" y="2103120"/>
            <a:ext cx="502920" cy="502920"/>
          </a:xfrm>
          <a:prstGeom prst="rect">
            <a:avLst/>
          </a:prstGeom>
        </p:spPr>
      </p:pic>
      <p:sp>
        <p:nvSpPr>
          <p:cNvPr id="11" name="Text 6"/>
          <p:cNvSpPr txBox="1"/>
          <p:nvPr/>
        </p:nvSpPr>
        <p:spPr>
          <a:xfrm>
            <a:off x="3087563" y="2788920"/>
            <a:ext cx="1578803" cy="868680"/>
          </a:xfrm>
          <a:prstGeom prst="rect">
            <a:avLst/>
          </a:prstGeom>
          <a:noFill/>
          <a:ln/>
        </p:spPr>
        <p:txBody>
          <a:bodyPr wrap="square" lIns="0" tIns="0" rIns="0" bIns="0" rtlCol="0" anchor="t"/>
          <a:lstStyle/>
          <a:p>
            <a:pPr indent="0" marL="0">
              <a:buNone/>
            </a:pPr>
            <a:r>
              <a:rPr lang="id-ID" altLang="en-US" sz="1700" b="1" dirty="0">
                <a:solidFill>
                  <a:schemeClr val="tx1"/>
                </a:solidFill>
                <a:latin typeface="Cambria" pitchFamily="34" charset="0"/>
                <a:ea typeface="Cambria" pitchFamily="34" charset="-122"/>
                <a:cs typeface="Cambria" pitchFamily="34" charset="-120"/>
              </a:rPr>
              <a:t>Privasi lebih dulu</a:t>
            </a:r>
            <a:endParaRPr lang="id-ID" sz="1700" dirty="0"/>
          </a:p>
        </p:txBody>
      </p:sp>
      <p:sp>
        <p:nvSpPr>
          <p:cNvPr id="12" name="Text 7"/>
          <p:cNvSpPr txBox="1"/>
          <p:nvPr/>
        </p:nvSpPr>
        <p:spPr>
          <a:xfrm>
            <a:off x="3087563" y="3703320"/>
            <a:ext cx="1578803" cy="1280160"/>
          </a:xfrm>
          <a:prstGeom prst="rect">
            <a:avLst/>
          </a:prstGeom>
          <a:noFill/>
          <a:ln/>
        </p:spPr>
        <p:txBody>
          <a:bodyPr wrap="square" lIns="0" tIns="0" rIns="0" bIns="0" rtlCol="0" anchor="t"/>
          <a:lstStyle/>
          <a:p>
            <a:pPr indent="0" marL="0">
              <a:buNone/>
            </a:pPr>
            <a:r>
              <a:rPr lang="id-ID" altLang="en-US" sz="1400" dirty="0">
                <a:solidFill>
                  <a:schemeClr val="tx2"/>
                </a:solidFill>
              </a:rPr>
              <a:t>Hanya angka gabungan. Kelompok kecil, 1 sampai 4 orang, disembunyikan.</a:t>
            </a:r>
            <a:endParaRPr lang="id-ID" sz="1400" dirty="0"/>
          </a:p>
        </p:txBody>
      </p:sp>
      <p:sp>
        <p:nvSpPr>
          <p:cNvPr id="13" name="Shape 8"/>
          <p:cNvSpPr/>
          <p:nvPr/>
        </p:nvSpPr>
        <p:spPr>
          <a:xfrm>
            <a:off x="5077846" y="1874520"/>
            <a:ext cx="2036003" cy="3200400"/>
          </a:xfrm>
          <a:prstGeom prst="roundRect">
            <a:avLst>
              <a:gd name="adj" fmla="val 6737"/>
            </a:avLst>
          </a:prstGeom>
          <a:solidFill>
            <a:schemeClr val="bg1"/>
          </a:solidFill>
          <a:ln w="12700">
            <a:solidFill>
              <a:schemeClr val="accent6"/>
            </a:solidFill>
            <a:prstDash val="solid"/>
          </a:ln>
        </p:spPr>
      </p:sp>
      <p:pic>
        <p:nvPicPr>
          <p:cNvPr id="14" name="Image 2" descr="Ikon Jelas sumbernya">    </p:cNvPr>
          <p:cNvPicPr>
            <a:picLocks noChangeAspect="1"/>
          </p:cNvPicPr>
          <p:nvPr/>
        </p:nvPicPr>
        <p:blipFill>
          <a:blip r:embed="rId3"/>
          <a:stretch>
            <a:fillRect/>
          </a:stretch>
        </p:blipFill>
        <p:spPr>
          <a:xfrm>
            <a:off x="5306446" y="2103120"/>
            <a:ext cx="502920" cy="502920"/>
          </a:xfrm>
          <a:prstGeom prst="rect">
            <a:avLst/>
          </a:prstGeom>
        </p:spPr>
      </p:pic>
      <p:sp>
        <p:nvSpPr>
          <p:cNvPr id="15" name="Text 9"/>
          <p:cNvSpPr txBox="1"/>
          <p:nvPr/>
        </p:nvSpPr>
        <p:spPr>
          <a:xfrm>
            <a:off x="5306446" y="2788920"/>
            <a:ext cx="1578803" cy="868680"/>
          </a:xfrm>
          <a:prstGeom prst="rect">
            <a:avLst/>
          </a:prstGeom>
          <a:noFill/>
          <a:ln/>
        </p:spPr>
        <p:txBody>
          <a:bodyPr wrap="square" lIns="0" tIns="0" rIns="0" bIns="0" rtlCol="0" anchor="t"/>
          <a:lstStyle/>
          <a:p>
            <a:pPr indent="0" marL="0">
              <a:buNone/>
            </a:pPr>
            <a:r>
              <a:rPr lang="id-ID" altLang="en-US" sz="1700" b="1" dirty="0">
                <a:solidFill>
                  <a:schemeClr val="tx1"/>
                </a:solidFill>
                <a:latin typeface="Cambria" pitchFamily="34" charset="0"/>
                <a:ea typeface="Cambria" pitchFamily="34" charset="-122"/>
                <a:cs typeface="Cambria" pitchFamily="34" charset="-120"/>
              </a:rPr>
              <a:t>Jelas sumbernya</a:t>
            </a:r>
            <a:endParaRPr lang="id-ID" sz="1700" dirty="0"/>
          </a:p>
        </p:txBody>
      </p:sp>
      <p:sp>
        <p:nvSpPr>
          <p:cNvPr id="16" name="Text 10"/>
          <p:cNvSpPr txBox="1"/>
          <p:nvPr/>
        </p:nvSpPr>
        <p:spPr>
          <a:xfrm>
            <a:off x="5306446" y="3703320"/>
            <a:ext cx="1578803" cy="1280160"/>
          </a:xfrm>
          <a:prstGeom prst="rect">
            <a:avLst/>
          </a:prstGeom>
          <a:noFill/>
          <a:ln/>
        </p:spPr>
        <p:txBody>
          <a:bodyPr wrap="square" lIns="0" tIns="0" rIns="0" bIns="0" rtlCol="0" anchor="t"/>
          <a:lstStyle/>
          <a:p>
            <a:pPr indent="0" marL="0">
              <a:buNone/>
            </a:pPr>
            <a:r>
              <a:rPr lang="id-ID" altLang="en-US" sz="1400" dirty="0">
                <a:solidFill>
                  <a:schemeClr val="tx2"/>
                </a:solidFill>
              </a:rPr>
              <a:t>Setiap angka dapat ditelusuri ke catatan asal dan penanggung jawabnya.</a:t>
            </a:r>
            <a:endParaRPr lang="id-ID" sz="1400" dirty="0"/>
          </a:p>
        </p:txBody>
      </p:sp>
      <p:sp>
        <p:nvSpPr>
          <p:cNvPr id="17" name="Shape 11"/>
          <p:cNvSpPr/>
          <p:nvPr/>
        </p:nvSpPr>
        <p:spPr>
          <a:xfrm>
            <a:off x="7296729" y="1874520"/>
            <a:ext cx="2036003" cy="3200400"/>
          </a:xfrm>
          <a:prstGeom prst="roundRect">
            <a:avLst>
              <a:gd name="adj" fmla="val 6737"/>
            </a:avLst>
          </a:prstGeom>
          <a:solidFill>
            <a:schemeClr val="bg1"/>
          </a:solidFill>
          <a:ln w="12700">
            <a:solidFill>
              <a:schemeClr val="accent6"/>
            </a:solidFill>
            <a:prstDash val="solid"/>
          </a:ln>
        </p:spPr>
      </p:sp>
      <p:pic>
        <p:nvPicPr>
          <p:cNvPr id="18" name="Image 3" descr="Ikon Manusia yang memutuskan">    </p:cNvPr>
          <p:cNvPicPr>
            <a:picLocks noChangeAspect="1"/>
          </p:cNvPicPr>
          <p:nvPr/>
        </p:nvPicPr>
        <p:blipFill>
          <a:blip r:embed="rId4"/>
          <a:stretch>
            <a:fillRect/>
          </a:stretch>
        </p:blipFill>
        <p:spPr>
          <a:xfrm>
            <a:off x="7525329" y="2103120"/>
            <a:ext cx="502920" cy="502920"/>
          </a:xfrm>
          <a:prstGeom prst="rect">
            <a:avLst/>
          </a:prstGeom>
        </p:spPr>
      </p:pic>
      <p:sp>
        <p:nvSpPr>
          <p:cNvPr id="19" name="Text 12"/>
          <p:cNvSpPr txBox="1"/>
          <p:nvPr/>
        </p:nvSpPr>
        <p:spPr>
          <a:xfrm>
            <a:off x="7525329" y="2788920"/>
            <a:ext cx="1578803" cy="868680"/>
          </a:xfrm>
          <a:prstGeom prst="rect">
            <a:avLst/>
          </a:prstGeom>
          <a:noFill/>
          <a:ln/>
        </p:spPr>
        <p:txBody>
          <a:bodyPr wrap="square" lIns="0" tIns="0" rIns="0" bIns="0" rtlCol="0" anchor="t"/>
          <a:lstStyle/>
          <a:p>
            <a:pPr indent="0" marL="0">
              <a:buNone/>
            </a:pPr>
            <a:r>
              <a:rPr lang="id-ID" altLang="en-US" sz="1700" b="1" dirty="0">
                <a:solidFill>
                  <a:schemeClr val="tx1"/>
                </a:solidFill>
                <a:latin typeface="Cambria" pitchFamily="34" charset="0"/>
                <a:ea typeface="Cambria" pitchFamily="34" charset="-122"/>
                <a:cs typeface="Cambria" pitchFamily="34" charset="-120"/>
              </a:rPr>
              <a:t>Manusia yang memutuskan</a:t>
            </a:r>
            <a:endParaRPr lang="id-ID" sz="1700" dirty="0"/>
          </a:p>
        </p:txBody>
      </p:sp>
      <p:sp>
        <p:nvSpPr>
          <p:cNvPr id="20" name="Text 13"/>
          <p:cNvSpPr txBox="1"/>
          <p:nvPr/>
        </p:nvSpPr>
        <p:spPr>
          <a:xfrm>
            <a:off x="7525329" y="3703320"/>
            <a:ext cx="1578803" cy="1280160"/>
          </a:xfrm>
          <a:prstGeom prst="rect">
            <a:avLst/>
          </a:prstGeom>
          <a:noFill/>
          <a:ln/>
        </p:spPr>
        <p:txBody>
          <a:bodyPr wrap="square" lIns="0" tIns="0" rIns="0" bIns="0" rtlCol="0" anchor="t"/>
          <a:lstStyle/>
          <a:p>
            <a:pPr indent="0" marL="0">
              <a:buNone/>
            </a:pPr>
            <a:r>
              <a:rPr lang="id-ID" altLang="en-US" sz="1400" dirty="0">
                <a:solidFill>
                  <a:schemeClr val="tx2"/>
                </a:solidFill>
              </a:rPr>
              <a:t>Perkiraan hanyalah gambaran. Dewan dan gembala tetap yang memutuskan.</a:t>
            </a:r>
            <a:endParaRPr lang="id-ID" sz="1400" dirty="0"/>
          </a:p>
        </p:txBody>
      </p:sp>
      <p:sp>
        <p:nvSpPr>
          <p:cNvPr id="21" name="Shape 14"/>
          <p:cNvSpPr/>
          <p:nvPr/>
        </p:nvSpPr>
        <p:spPr>
          <a:xfrm>
            <a:off x="9515612" y="1874520"/>
            <a:ext cx="2036003" cy="3200400"/>
          </a:xfrm>
          <a:prstGeom prst="roundRect">
            <a:avLst>
              <a:gd name="adj" fmla="val 6737"/>
            </a:avLst>
          </a:prstGeom>
          <a:solidFill>
            <a:schemeClr val="bg1"/>
          </a:solidFill>
          <a:ln w="12700">
            <a:solidFill>
              <a:schemeClr val="accent6"/>
            </a:solidFill>
            <a:prstDash val="solid"/>
          </a:ln>
        </p:spPr>
      </p:sp>
      <p:pic>
        <p:nvPicPr>
          <p:cNvPr id="22" name="Image 4" descr="Ikon Mulai kecil">    </p:cNvPr>
          <p:cNvPicPr>
            <a:picLocks noChangeAspect="1"/>
          </p:cNvPicPr>
          <p:nvPr/>
        </p:nvPicPr>
        <p:blipFill>
          <a:blip r:embed="rId5"/>
          <a:stretch>
            <a:fillRect/>
          </a:stretch>
        </p:blipFill>
        <p:spPr>
          <a:xfrm>
            <a:off x="9744212" y="2103120"/>
            <a:ext cx="502920" cy="502920"/>
          </a:xfrm>
          <a:prstGeom prst="rect">
            <a:avLst/>
          </a:prstGeom>
        </p:spPr>
      </p:pic>
      <p:sp>
        <p:nvSpPr>
          <p:cNvPr id="23" name="Text 15"/>
          <p:cNvSpPr txBox="1"/>
          <p:nvPr/>
        </p:nvSpPr>
        <p:spPr>
          <a:xfrm>
            <a:off x="9744212" y="2788920"/>
            <a:ext cx="1578803" cy="868680"/>
          </a:xfrm>
          <a:prstGeom prst="rect">
            <a:avLst/>
          </a:prstGeom>
          <a:noFill/>
          <a:ln/>
        </p:spPr>
        <p:txBody>
          <a:bodyPr wrap="square" lIns="0" tIns="0" rIns="0" bIns="0" rtlCol="0" anchor="t"/>
          <a:lstStyle/>
          <a:p>
            <a:pPr indent="0" marL="0">
              <a:buNone/>
            </a:pPr>
            <a:r>
              <a:rPr lang="id-ID" altLang="en-US" sz="1700" b="1" dirty="0">
                <a:solidFill>
                  <a:schemeClr val="tx1"/>
                </a:solidFill>
                <a:latin typeface="Cambria" pitchFamily="34" charset="0"/>
                <a:ea typeface="Cambria" pitchFamily="34" charset="-122"/>
                <a:cs typeface="Cambria" pitchFamily="34" charset="-120"/>
              </a:rPr>
              <a:t>Mulai kecil</a:t>
            </a:r>
            <a:endParaRPr lang="id-ID" sz="1700" dirty="0"/>
          </a:p>
        </p:txBody>
      </p:sp>
      <p:sp>
        <p:nvSpPr>
          <p:cNvPr id="24" name="Text 16"/>
          <p:cNvSpPr txBox="1"/>
          <p:nvPr/>
        </p:nvSpPr>
        <p:spPr>
          <a:xfrm>
            <a:off x="9744212" y="3703320"/>
            <a:ext cx="1578803" cy="1280160"/>
          </a:xfrm>
          <a:prstGeom prst="rect">
            <a:avLst/>
          </a:prstGeom>
          <a:noFill/>
          <a:ln/>
        </p:spPr>
        <p:txBody>
          <a:bodyPr wrap="square" lIns="0" tIns="0" rIns="0" bIns="0" rtlCol="0" anchor="t"/>
          <a:lstStyle/>
          <a:p>
            <a:pPr indent="0" marL="0">
              <a:buNone/>
            </a:pPr>
            <a:r>
              <a:rPr lang="id-ID" altLang="en-US" sz="1400" dirty="0">
                <a:solidFill>
                  <a:schemeClr val="tx2"/>
                </a:solidFill>
              </a:rPr>
              <a:t>Bertahap: satu bidang, satu seksi, lalu berkembang.</a:t>
            </a:r>
            <a:endParaRPr lang="id-ID" sz="1400" dirty="0"/>
          </a:p>
        </p:txBody>
      </p:sp>
      <p:sp>
        <p:nvSpPr>
          <p:cNvPr id="25" name="Text 17"/>
          <p:cNvSpPr txBox="1"/>
          <p:nvPr/>
        </p:nvSpPr>
        <p:spPr>
          <a:xfrm>
            <a:off x="640080" y="5349240"/>
            <a:ext cx="10911535" cy="548640"/>
          </a:xfrm>
          <a:prstGeom prst="rect">
            <a:avLst/>
          </a:prstGeom>
          <a:noFill/>
          <a:ln/>
        </p:spPr>
        <p:txBody>
          <a:bodyPr wrap="square" lIns="0" tIns="0" rIns="0" bIns="0" rtlCol="0" anchor="ctr"/>
          <a:lstStyle/>
          <a:p>
            <a:pPr indent="0" marL="0">
              <a:buNone/>
            </a:pPr>
            <a:r>
              <a:rPr lang="id-ID" altLang="en-US" sz="2000" b="1" dirty="0">
                <a:solidFill>
                  <a:schemeClr val="tx1"/>
                </a:solidFill>
              </a:rPr>
              <a:t>Pastoral berbasis data berarti mendengar lebih teliti, bukan menilai.</a:t>
            </a:r>
            <a:endParaRPr lang="id-ID" sz="2000" dirty="0"/>
          </a:p>
        </p:txBody>
      </p:sp>
      <p:sp>
        <p:nvSpPr>
          <p:cNvPr id="25" name="Slide Number Placeholder 0"/>
          <p:cNvSpPr>
            <a:spLocks noGrp="1"/>
          </p:cNvSpPr>
          <p:nvPr>
            <p:ph type="sldNum" sz="quarter" idx="4294967295"/>
          </p:nvPr>
        </p:nvSpPr>
        <p:spPr>
          <a:xfrm>
            <a:off x="11000232"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tx2"/>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ext 0"/>
          <p:cNvSpPr/>
          <p:nvPr>
            <p:ph idx="100" type="body" hasCustomPrompt="1"/>
          </p:nvPr>
        </p:nvSpPr>
        <p:spPr>
          <a:xfrm>
            <a:off x="640080" y="502920"/>
            <a:ext cx="10911535" cy="320040"/>
          </a:xfrm>
          <a:prstGeom prst="rect">
            <a:avLst/>
          </a:prstGeom>
          <a:noFill/>
          <a:ln/>
        </p:spPr>
        <p:txBody>
          <a:bodyPr wrap="square" lIns="0" tIns="0" rIns="0" bIns="0" rtlCol="0" anchor="t"/>
          <a:lstStyle/>
          <a:p>
            <a:pPr algn="l" indent="0" marL="0">
              <a:buNone/>
            </a:pPr>
            <a:r>
              <a:rPr lang="id-ID" altLang="en-US" sz="1200" b="1" spc="200" kern="0" dirty="0">
                <a:solidFill>
                  <a:schemeClr val="accent3"/>
                </a:solidFill>
              </a:rPr>
              <a:t>POSISI KITA SEKARANG</a:t>
            </a:r>
            <a:endParaRPr lang="id-ID" sz="1200" dirty="0"/>
          </a:p>
        </p:txBody>
      </p:sp>
      <p:sp>
        <p:nvSpPr>
          <p:cNvPr id="4" name="Text 0"/>
          <p:cNvSpPr/>
          <p:nvPr>
            <p:ph idx="101" type="title" hasCustomPrompt="1"/>
          </p:nvPr>
        </p:nvSpPr>
        <p:spPr>
          <a:xfrm>
            <a:off x="640080" y="841248"/>
            <a:ext cx="10911535" cy="822960"/>
          </a:xfrm>
          <a:prstGeom prst="rect">
            <a:avLst/>
          </a:prstGeom>
          <a:noFill/>
          <a:ln/>
        </p:spPr>
        <p:txBody>
          <a:bodyPr wrap="square" lIns="0" tIns="0" rIns="0" bIns="0" rtlCol="0" anchor="t"/>
          <a:lstStyle/>
          <a:p>
            <a:pPr algn="l" indent="0" marL="0">
              <a:buNone/>
            </a:pPr>
            <a:r>
              <a:rPr lang="id-ID" altLang="en-US" sz="3400" b="1" dirty="0">
                <a:solidFill>
                  <a:schemeClr val="tx1"/>
                </a:solidFill>
              </a:rPr>
              <a:t>Yang sudah ada dan yang belum</a:t>
            </a:r>
            <a:endParaRPr lang="id-ID" sz="3400" dirty="0"/>
          </a:p>
        </p:txBody>
      </p:sp>
      <p:sp>
        <p:nvSpPr>
          <p:cNvPr id="5" name="Shape 2"/>
          <p:cNvSpPr/>
          <p:nvPr/>
        </p:nvSpPr>
        <p:spPr>
          <a:xfrm>
            <a:off x="640080" y="1828800"/>
            <a:ext cx="5272888" cy="3749040"/>
          </a:xfrm>
          <a:prstGeom prst="roundRect">
            <a:avLst>
              <a:gd name="adj" fmla="val 3659"/>
            </a:avLst>
          </a:prstGeom>
          <a:solidFill>
            <a:schemeClr val="bg1"/>
          </a:solidFill>
          <a:ln w="25400">
            <a:solidFill>
              <a:schemeClr val="accent1"/>
            </a:solidFill>
            <a:prstDash val="solid"/>
          </a:ln>
        </p:spPr>
      </p:sp>
      <p:sp>
        <p:nvSpPr>
          <p:cNvPr id="6" name="Text 3"/>
          <p:cNvSpPr txBox="1"/>
          <p:nvPr/>
        </p:nvSpPr>
        <p:spPr>
          <a:xfrm>
            <a:off x="1005840" y="2057400"/>
            <a:ext cx="4541368" cy="777240"/>
          </a:xfrm>
          <a:prstGeom prst="rect">
            <a:avLst/>
          </a:prstGeom>
          <a:noFill/>
          <a:ln/>
        </p:spPr>
        <p:txBody>
          <a:bodyPr wrap="square" lIns="0" tIns="0" rIns="0" bIns="0" rtlCol="0" anchor="t"/>
          <a:lstStyle/>
          <a:p>
            <a:pPr indent="0" marL="0">
              <a:buNone/>
            </a:pPr>
            <a:r>
              <a:rPr lang="id-ID" altLang="en-US" sz="2200" b="1" dirty="0">
                <a:solidFill>
                  <a:schemeClr val="accent1"/>
                </a:solidFill>
                <a:latin typeface="Cambria" pitchFamily="34" charset="0"/>
                <a:ea typeface="Cambria" pitchFamily="34" charset="-122"/>
                <a:cs typeface="Cambria" pitchFamily="34" charset="-120"/>
              </a:rPr>
              <a:t>Sudah ada: contoh awal</a:t>
            </a:r>
            <a:endParaRPr lang="id-ID" sz="2200" dirty="0"/>
          </a:p>
        </p:txBody>
      </p:sp>
      <p:sp>
        <p:nvSpPr>
          <p:cNvPr id="7" name="Text 4"/>
          <p:cNvSpPr txBox="1"/>
          <p:nvPr/>
        </p:nvSpPr>
        <p:spPr>
          <a:xfrm>
            <a:off x="1005840" y="2926080"/>
            <a:ext cx="4541368" cy="2834640"/>
          </a:xfrm>
          <a:prstGeom prst="rect">
            <a:avLst/>
          </a:prstGeom>
          <a:noFill/>
          <a:ln/>
        </p:spPr>
        <p:txBody>
          <a:bodyPr wrap="square" lIns="0" tIns="0" rIns="0" bIns="0" rtlCol="0" anchor="t"/>
          <a:lstStyle/>
          <a:p>
            <a:pPr marL="342900" indent="-342900">
              <a:spcAft>
                <a:spcPts val="800"/>
              </a:spcAft>
              <a:buSzPct val="100000"/>
              <a:buChar char="•"/>
            </a:pPr>
            <a:r>
              <a:rPr lang="id-ID" altLang="en-US" sz="1500" dirty="0">
                <a:solidFill>
                  <a:schemeClr val="tx1"/>
                </a:solidFill>
              </a:rPr>
              <a:t>Contoh yang berjalan, dengan data simulasi (fiktif)</a:t>
            </a:r>
            <a:endParaRPr lang="id-ID" sz="1500" dirty="0"/>
          </a:p>
          <a:p>
            <a:pPr marL="342900" indent="-342900">
              <a:spcAft>
                <a:spcPts val="800"/>
              </a:spcAft>
              <a:buSzPct val="100000"/>
              <a:buChar char="•"/>
            </a:pPr>
            <a:r>
              <a:rPr lang="id-ID" altLang="en-US" sz="1500" dirty="0">
                <a:solidFill>
                  <a:schemeClr val="tx1"/>
                </a:solidFill>
              </a:rPr>
              <a:t>12 halaman dasbor berbahasa Indonesia</a:t>
            </a:r>
            <a:endParaRPr lang="id-ID" sz="1500" dirty="0"/>
          </a:p>
          <a:p>
            <a:pPr marL="342900" indent="-342900">
              <a:spcAft>
                <a:spcPts val="800"/>
              </a:spcAft>
              <a:buSzPct val="100000"/>
              <a:buChar char="•"/>
            </a:pPr>
            <a:r>
              <a:rPr lang="id-ID" altLang="en-US" sz="1500" dirty="0">
                <a:solidFill>
                  <a:schemeClr val="tx1"/>
                </a:solidFill>
              </a:rPr>
              <a:t>Satu berkas yang dibuka tanpa instalasi</a:t>
            </a:r>
            <a:endParaRPr lang="id-ID" sz="1500" dirty="0"/>
          </a:p>
          <a:p>
            <a:pPr marL="342900" indent="-342900">
              <a:spcAft>
                <a:spcPts val="800"/>
              </a:spcAft>
              <a:buSzPct val="100000"/>
              <a:buChar char="•"/>
            </a:pPr>
            <a:r>
              <a:rPr lang="id-ID" altLang="en-US" sz="1500" dirty="0">
                <a:solidFill>
                  <a:schemeClr val="tx1"/>
                </a:solidFill>
              </a:rPr>
              <a:t>138 dokumen PDF contoh: 132 laporan kegiatan dan 6 panduan layanan</a:t>
            </a:r>
            <a:endParaRPr lang="id-ID" sz="1500" dirty="0"/>
          </a:p>
          <a:p>
            <a:pPr marL="342900" indent="-342900">
              <a:spcAft>
                <a:spcPts val="800"/>
              </a:spcAft>
              <a:buSzPct val="100000"/>
              <a:buChar char="•"/>
            </a:pPr>
            <a:r>
              <a:rPr lang="id-ID" altLang="en-US" sz="1500" dirty="0">
                <a:solidFill>
                  <a:schemeClr val="tx1"/>
                </a:solidFill>
              </a:rPr>
              <a:t>Sudah dicoba berjalan di akun Snowflake percobaan</a:t>
            </a:r>
            <a:endParaRPr lang="id-ID" sz="1500" dirty="0"/>
          </a:p>
        </p:txBody>
      </p:sp>
      <p:sp>
        <p:nvSpPr>
          <p:cNvPr id="8" name="Shape 5"/>
          <p:cNvSpPr/>
          <p:nvPr/>
        </p:nvSpPr>
        <p:spPr>
          <a:xfrm>
            <a:off x="6278728" y="1828800"/>
            <a:ext cx="5272888" cy="3749040"/>
          </a:xfrm>
          <a:prstGeom prst="roundRect">
            <a:avLst>
              <a:gd name="adj" fmla="val 3659"/>
            </a:avLst>
          </a:prstGeom>
          <a:solidFill>
            <a:schemeClr val="bg1"/>
          </a:solidFill>
          <a:ln w="25400">
            <a:solidFill>
              <a:schemeClr val="accent2"/>
            </a:solidFill>
            <a:prstDash val="solid"/>
          </a:ln>
        </p:spPr>
      </p:sp>
      <p:sp>
        <p:nvSpPr>
          <p:cNvPr id="9" name="Text 6"/>
          <p:cNvSpPr txBox="1"/>
          <p:nvPr/>
        </p:nvSpPr>
        <p:spPr>
          <a:xfrm>
            <a:off x="6644488" y="2057400"/>
            <a:ext cx="4541368" cy="777240"/>
          </a:xfrm>
          <a:prstGeom prst="rect">
            <a:avLst/>
          </a:prstGeom>
          <a:noFill/>
          <a:ln/>
        </p:spPr>
        <p:txBody>
          <a:bodyPr wrap="square" lIns="0" tIns="0" rIns="0" bIns="0" rtlCol="0" anchor="t"/>
          <a:lstStyle/>
          <a:p>
            <a:pPr indent="0" marL="0">
              <a:buNone/>
            </a:pPr>
            <a:r>
              <a:rPr lang="id-ID" altLang="en-US" sz="2200" b="1" dirty="0">
                <a:solidFill>
                  <a:schemeClr val="accent3"/>
                </a:solidFill>
                <a:latin typeface="Cambria" pitchFamily="34" charset="0"/>
                <a:ea typeface="Cambria" pitchFamily="34" charset="-122"/>
                <a:cs typeface="Cambria" pitchFamily="34" charset="-120"/>
              </a:rPr>
              <a:t>Belum ada: yang perlu kita putuskan</a:t>
            </a:r>
            <a:endParaRPr lang="id-ID" sz="2200" dirty="0"/>
          </a:p>
        </p:txBody>
      </p:sp>
      <p:sp>
        <p:nvSpPr>
          <p:cNvPr id="10" name="Text 7"/>
          <p:cNvSpPr txBox="1"/>
          <p:nvPr/>
        </p:nvSpPr>
        <p:spPr>
          <a:xfrm>
            <a:off x="6644488" y="2926080"/>
            <a:ext cx="4541368" cy="2834640"/>
          </a:xfrm>
          <a:prstGeom prst="rect">
            <a:avLst/>
          </a:prstGeom>
          <a:noFill/>
          <a:ln/>
        </p:spPr>
        <p:txBody>
          <a:bodyPr wrap="square" lIns="0" tIns="0" rIns="0" bIns="0" rtlCol="0" anchor="t"/>
          <a:lstStyle/>
          <a:p>
            <a:pPr marL="342900" indent="-342900">
              <a:spcAft>
                <a:spcPts val="800"/>
              </a:spcAft>
              <a:buSzPct val="100000"/>
              <a:buChar char="•"/>
            </a:pPr>
            <a:r>
              <a:rPr lang="id-ID" altLang="en-US" sz="1500" dirty="0">
                <a:solidFill>
                  <a:schemeClr val="tx1"/>
                </a:solidFill>
              </a:rPr>
              <a:t>Data nyata paroki</a:t>
            </a:r>
            <a:endParaRPr lang="id-ID" sz="1500" dirty="0"/>
          </a:p>
          <a:p>
            <a:pPr marL="342900" indent="-342900">
              <a:spcAft>
                <a:spcPts val="800"/>
              </a:spcAft>
              <a:buSzPct val="100000"/>
              <a:buChar char="•"/>
            </a:pPr>
            <a:r>
              <a:rPr lang="id-ID" altLang="en-US" sz="1500" dirty="0">
                <a:solidFill>
                  <a:schemeClr val="tx1"/>
                </a:solidFill>
              </a:rPr>
              <a:t>Kesepakatan siapa boleh melihat apa</a:t>
            </a:r>
            <a:endParaRPr lang="id-ID" sz="1500" dirty="0"/>
          </a:p>
          <a:p>
            <a:pPr marL="342900" indent="-342900">
              <a:spcAft>
                <a:spcPts val="800"/>
              </a:spcAft>
              <a:buSzPct val="100000"/>
              <a:buChar char="•"/>
            </a:pPr>
            <a:r>
              <a:rPr lang="id-ID" altLang="en-US" sz="1500" dirty="0">
                <a:solidFill>
                  <a:schemeClr val="tx1"/>
                </a:solidFill>
              </a:rPr>
              <a:t>Penanggung jawab data di setiap seksi</a:t>
            </a:r>
            <a:endParaRPr lang="id-ID" sz="1500" dirty="0"/>
          </a:p>
          <a:p>
            <a:pPr marL="342900" indent="-342900">
              <a:spcAft>
                <a:spcPts val="800"/>
              </a:spcAft>
              <a:buSzPct val="100000"/>
              <a:buChar char="•"/>
            </a:pPr>
            <a:r>
              <a:rPr lang="id-ID" altLang="en-US" sz="1500" dirty="0">
                <a:solidFill>
                  <a:schemeClr val="tx1"/>
                </a:solidFill>
              </a:rPr>
              <a:t>Kebijakan privasi dan izin pemakaian data</a:t>
            </a:r>
            <a:endParaRPr lang="id-ID" sz="1500" dirty="0"/>
          </a:p>
          <a:p>
            <a:pPr marL="342900" indent="-342900">
              <a:spcAft>
                <a:spcPts val="800"/>
              </a:spcAft>
              <a:buSzPct val="100000"/>
              <a:buChar char="•"/>
            </a:pPr>
            <a:r>
              <a:rPr lang="id-ID" altLang="en-US" sz="1500" dirty="0">
                <a:solidFill>
                  <a:schemeClr val="tx1"/>
                </a:solidFill>
              </a:rPr>
              <a:t>Pilihan platform dan biaya akhir. Contoh ini memakai Snowflake, tetapi konsepnya dapat dipindahkan ke platform lain</a:t>
            </a:r>
            <a:endParaRPr lang="id-ID" sz="1500" dirty="0"/>
          </a:p>
        </p:txBody>
      </p:sp>
      <p:sp>
        <p:nvSpPr>
          <p:cNvPr id="25" name="Slide Number Placeholder 0"/>
          <p:cNvSpPr>
            <a:spLocks noGrp="1"/>
          </p:cNvSpPr>
          <p:nvPr>
            <p:ph type="sldNum" sz="quarter" idx="4294967295"/>
          </p:nvPr>
        </p:nvSpPr>
        <p:spPr>
          <a:xfrm>
            <a:off x="11000232"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tx2"/>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ext 0"/>
          <p:cNvSpPr/>
          <p:nvPr>
            <p:ph idx="100" type="body" hasCustomPrompt="1"/>
          </p:nvPr>
        </p:nvSpPr>
        <p:spPr>
          <a:xfrm>
            <a:off x="640080" y="502920"/>
            <a:ext cx="10911535" cy="320040"/>
          </a:xfrm>
          <a:prstGeom prst="rect">
            <a:avLst/>
          </a:prstGeom>
          <a:noFill/>
          <a:ln/>
        </p:spPr>
        <p:txBody>
          <a:bodyPr wrap="square" lIns="0" tIns="0" rIns="0" bIns="0" rtlCol="0" anchor="t"/>
          <a:lstStyle/>
          <a:p>
            <a:pPr algn="l" indent="0" marL="0">
              <a:buNone/>
            </a:pPr>
            <a:r>
              <a:rPr lang="id-ID" altLang="en-US" sz="1200" b="1" spc="200" kern="0" dirty="0">
                <a:solidFill>
                  <a:schemeClr val="accent3"/>
                </a:solidFill>
              </a:rPr>
              <a:t>USULAN</a:t>
            </a:r>
            <a:endParaRPr lang="id-ID" sz="1200" dirty="0"/>
          </a:p>
        </p:txBody>
      </p:sp>
      <p:sp>
        <p:nvSpPr>
          <p:cNvPr id="4" name="Text 0"/>
          <p:cNvSpPr/>
          <p:nvPr>
            <p:ph idx="101" type="title" hasCustomPrompt="1"/>
          </p:nvPr>
        </p:nvSpPr>
        <p:spPr>
          <a:xfrm>
            <a:off x="640080" y="841248"/>
            <a:ext cx="10911535" cy="822960"/>
          </a:xfrm>
          <a:prstGeom prst="rect">
            <a:avLst/>
          </a:prstGeom>
          <a:noFill/>
          <a:ln/>
        </p:spPr>
        <p:txBody>
          <a:bodyPr wrap="square" lIns="0" tIns="0" rIns="0" bIns="0" rtlCol="0" anchor="t"/>
          <a:lstStyle/>
          <a:p>
            <a:pPr algn="l" indent="0" marL="0">
              <a:buNone/>
            </a:pPr>
            <a:r>
              <a:rPr lang="id-ID" altLang="en-US" sz="3400" b="1" dirty="0">
                <a:solidFill>
                  <a:schemeClr val="tx1"/>
                </a:solidFill>
              </a:rPr>
              <a:t>Langkah berikutnya</a:t>
            </a:r>
            <a:endParaRPr lang="id-ID" sz="3400" dirty="0"/>
          </a:p>
        </p:txBody>
      </p:sp>
      <p:sp>
        <p:nvSpPr>
          <p:cNvPr id="5" name="Shape 2"/>
          <p:cNvSpPr/>
          <p:nvPr/>
        </p:nvSpPr>
        <p:spPr>
          <a:xfrm>
            <a:off x="640080" y="1828800"/>
            <a:ext cx="3454298" cy="2148840"/>
          </a:xfrm>
          <a:prstGeom prst="roundRect">
            <a:avLst>
              <a:gd name="adj" fmla="val 6383"/>
            </a:avLst>
          </a:prstGeom>
          <a:solidFill>
            <a:schemeClr val="bg1"/>
          </a:solidFill>
          <a:ln w="12700">
            <a:solidFill>
              <a:schemeClr val="accent6"/>
            </a:solidFill>
            <a:prstDash val="solid"/>
          </a:ln>
        </p:spPr>
      </p:sp>
      <p:sp>
        <p:nvSpPr>
          <p:cNvPr id="6" name="Text 3"/>
          <p:cNvSpPr/>
          <p:nvPr/>
        </p:nvSpPr>
        <p:spPr>
          <a:xfrm>
            <a:off x="914400" y="2011680"/>
            <a:ext cx="457200" cy="457200"/>
          </a:xfrm>
          <a:prstGeom prst="ellipse">
            <a:avLst/>
          </a:prstGeom>
          <a:solidFill>
            <a:schemeClr val="accent2"/>
          </a:solidFill>
          <a:ln>
            <a:solidFill>
              <a:schemeClr val="accent2"/>
            </a:solidFill>
          </a:ln>
        </p:spPr>
        <p:txBody>
          <a:bodyPr wrap="square" lIns="0" tIns="0" rIns="0" bIns="0" rtlCol="0" anchor="ctr"/>
          <a:lstStyle/>
          <a:p>
            <a:pPr algn="ctr" indent="0" marL="0">
              <a:buNone/>
            </a:pPr>
            <a:r>
              <a:rPr lang="id-ID" altLang="en-US" sz="2000" b="1" dirty="0">
                <a:solidFill>
                  <a:schemeClr val="tx1"/>
                </a:solidFill>
              </a:rPr>
              <a:t>1</a:t>
            </a:r>
            <a:endParaRPr lang="id-ID" sz="2000" dirty="0"/>
          </a:p>
        </p:txBody>
      </p:sp>
      <p:sp>
        <p:nvSpPr>
          <p:cNvPr id="7" name="Text 4"/>
          <p:cNvSpPr txBox="1"/>
          <p:nvPr/>
        </p:nvSpPr>
        <p:spPr>
          <a:xfrm>
            <a:off x="1554480" y="2011680"/>
            <a:ext cx="2265578" cy="457200"/>
          </a:xfrm>
          <a:prstGeom prst="rect">
            <a:avLst/>
          </a:prstGeom>
          <a:noFill/>
          <a:ln/>
        </p:spPr>
        <p:txBody>
          <a:bodyPr wrap="square" lIns="0" tIns="0" rIns="0" bIns="0" rtlCol="0" anchor="ctr"/>
          <a:lstStyle/>
          <a:p>
            <a:pPr indent="0" marL="0">
              <a:buNone/>
            </a:pPr>
            <a:r>
              <a:rPr lang="id-ID" altLang="en-US" sz="2400" b="1" dirty="0">
                <a:solidFill>
                  <a:schemeClr val="tx1"/>
                </a:solidFill>
                <a:latin typeface="Cambria" pitchFamily="34" charset="0"/>
                <a:ea typeface="Cambria" pitchFamily="34" charset="-122"/>
                <a:cs typeface="Cambria" pitchFamily="34" charset="-120"/>
              </a:rPr>
              <a:t>Kumpulkan</a:t>
            </a:r>
            <a:endParaRPr lang="id-ID" sz="2400" dirty="0"/>
          </a:p>
        </p:txBody>
      </p:sp>
      <p:sp>
        <p:nvSpPr>
          <p:cNvPr id="8" name="Text 5"/>
          <p:cNvSpPr txBox="1"/>
          <p:nvPr/>
        </p:nvSpPr>
        <p:spPr>
          <a:xfrm>
            <a:off x="914400" y="2651760"/>
            <a:ext cx="2905658" cy="1234440"/>
          </a:xfrm>
          <a:prstGeom prst="rect">
            <a:avLst/>
          </a:prstGeom>
          <a:noFill/>
          <a:ln/>
        </p:spPr>
        <p:txBody>
          <a:bodyPr wrap="square" lIns="0" tIns="0" rIns="0" bIns="0" rtlCol="0" anchor="t"/>
          <a:lstStyle/>
          <a:p>
            <a:pPr indent="0" marL="0">
              <a:buNone/>
            </a:pPr>
            <a:r>
              <a:rPr lang="id-ID" altLang="en-US" sz="1500" dirty="0">
                <a:solidFill>
                  <a:schemeClr val="tx2"/>
                </a:solidFill>
              </a:rPr>
              <a:t>Pilih 2 sampai 3 bidang data nyata untuk dimulai, misalnya jadwal Misa, kehadiran, dan kegiatan. Tunjuk satu koordinator data.</a:t>
            </a:r>
            <a:endParaRPr lang="id-ID" sz="1500" dirty="0"/>
          </a:p>
        </p:txBody>
      </p:sp>
      <p:sp>
        <p:nvSpPr>
          <p:cNvPr id="9" name="Shape 6"/>
          <p:cNvSpPr/>
          <p:nvPr/>
        </p:nvSpPr>
        <p:spPr>
          <a:xfrm>
            <a:off x="4368698" y="1828800"/>
            <a:ext cx="3454298" cy="2148840"/>
          </a:xfrm>
          <a:prstGeom prst="roundRect">
            <a:avLst>
              <a:gd name="adj" fmla="val 6383"/>
            </a:avLst>
          </a:prstGeom>
          <a:solidFill>
            <a:schemeClr val="bg1"/>
          </a:solidFill>
          <a:ln w="12700">
            <a:solidFill>
              <a:schemeClr val="accent6"/>
            </a:solidFill>
            <a:prstDash val="solid"/>
          </a:ln>
        </p:spPr>
      </p:sp>
      <p:sp>
        <p:nvSpPr>
          <p:cNvPr id="10" name="Text 7"/>
          <p:cNvSpPr/>
          <p:nvPr/>
        </p:nvSpPr>
        <p:spPr>
          <a:xfrm>
            <a:off x="4643018" y="2011680"/>
            <a:ext cx="457200" cy="457200"/>
          </a:xfrm>
          <a:prstGeom prst="ellipse">
            <a:avLst/>
          </a:prstGeom>
          <a:solidFill>
            <a:schemeClr val="accent2"/>
          </a:solidFill>
          <a:ln>
            <a:solidFill>
              <a:schemeClr val="accent2"/>
            </a:solidFill>
          </a:ln>
        </p:spPr>
        <p:txBody>
          <a:bodyPr wrap="square" lIns="0" tIns="0" rIns="0" bIns="0" rtlCol="0" anchor="ctr"/>
          <a:lstStyle/>
          <a:p>
            <a:pPr algn="ctr" indent="0" marL="0">
              <a:buNone/>
            </a:pPr>
            <a:r>
              <a:rPr lang="id-ID" altLang="en-US" sz="2000" b="1" dirty="0">
                <a:solidFill>
                  <a:schemeClr val="tx1"/>
                </a:solidFill>
              </a:rPr>
              <a:t>2</a:t>
            </a:r>
            <a:endParaRPr lang="id-ID" sz="2000" dirty="0"/>
          </a:p>
        </p:txBody>
      </p:sp>
      <p:sp>
        <p:nvSpPr>
          <p:cNvPr id="11" name="Text 8"/>
          <p:cNvSpPr txBox="1"/>
          <p:nvPr/>
        </p:nvSpPr>
        <p:spPr>
          <a:xfrm>
            <a:off x="5283098" y="2011680"/>
            <a:ext cx="2265578" cy="457200"/>
          </a:xfrm>
          <a:prstGeom prst="rect">
            <a:avLst/>
          </a:prstGeom>
          <a:noFill/>
          <a:ln/>
        </p:spPr>
        <p:txBody>
          <a:bodyPr wrap="square" lIns="0" tIns="0" rIns="0" bIns="0" rtlCol="0" anchor="ctr"/>
          <a:lstStyle/>
          <a:p>
            <a:pPr indent="0" marL="0">
              <a:buNone/>
            </a:pPr>
            <a:r>
              <a:rPr lang="id-ID" altLang="en-US" sz="2400" b="1" dirty="0">
                <a:solidFill>
                  <a:schemeClr val="tx1"/>
                </a:solidFill>
                <a:latin typeface="Cambria" pitchFamily="34" charset="0"/>
                <a:ea typeface="Cambria" pitchFamily="34" charset="-122"/>
                <a:cs typeface="Cambria" pitchFamily="34" charset="-120"/>
              </a:rPr>
              <a:t>Bagikan</a:t>
            </a:r>
            <a:endParaRPr lang="id-ID" sz="2400" dirty="0"/>
          </a:p>
        </p:txBody>
      </p:sp>
      <p:sp>
        <p:nvSpPr>
          <p:cNvPr id="12" name="Text 9"/>
          <p:cNvSpPr txBox="1"/>
          <p:nvPr/>
        </p:nvSpPr>
        <p:spPr>
          <a:xfrm>
            <a:off x="4643018" y="2651760"/>
            <a:ext cx="2905658" cy="1234440"/>
          </a:xfrm>
          <a:prstGeom prst="rect">
            <a:avLst/>
          </a:prstGeom>
          <a:noFill/>
          <a:ln/>
        </p:spPr>
        <p:txBody>
          <a:bodyPr wrap="square" lIns="0" tIns="0" rIns="0" bIns="0" rtlCol="0" anchor="t"/>
          <a:lstStyle/>
          <a:p>
            <a:pPr indent="0" marL="0">
              <a:buNone/>
            </a:pPr>
            <a:r>
              <a:rPr lang="id-ID" altLang="en-US" sz="1500" dirty="0">
                <a:solidFill>
                  <a:schemeClr val="tx2"/>
                </a:solidFill>
              </a:rPr>
              <a:t>Mulai membagikan jadwal kegiatan dan panduan layanan kepada umat. Anggaran tidak ikut dibagikan.</a:t>
            </a:r>
            <a:endParaRPr lang="id-ID" sz="1500" dirty="0"/>
          </a:p>
        </p:txBody>
      </p:sp>
      <p:sp>
        <p:nvSpPr>
          <p:cNvPr id="13" name="Shape 10"/>
          <p:cNvSpPr/>
          <p:nvPr/>
        </p:nvSpPr>
        <p:spPr>
          <a:xfrm>
            <a:off x="8097317" y="1828800"/>
            <a:ext cx="3454298" cy="2148840"/>
          </a:xfrm>
          <a:prstGeom prst="roundRect">
            <a:avLst>
              <a:gd name="adj" fmla="val 6383"/>
            </a:avLst>
          </a:prstGeom>
          <a:solidFill>
            <a:schemeClr val="bg1"/>
          </a:solidFill>
          <a:ln w="12700">
            <a:solidFill>
              <a:schemeClr val="accent6"/>
            </a:solidFill>
            <a:prstDash val="solid"/>
          </a:ln>
        </p:spPr>
      </p:sp>
      <p:sp>
        <p:nvSpPr>
          <p:cNvPr id="14" name="Text 11"/>
          <p:cNvSpPr/>
          <p:nvPr/>
        </p:nvSpPr>
        <p:spPr>
          <a:xfrm>
            <a:off x="8371637" y="2011680"/>
            <a:ext cx="457200" cy="457200"/>
          </a:xfrm>
          <a:prstGeom prst="ellipse">
            <a:avLst/>
          </a:prstGeom>
          <a:solidFill>
            <a:schemeClr val="accent2"/>
          </a:solidFill>
          <a:ln>
            <a:solidFill>
              <a:schemeClr val="accent2"/>
            </a:solidFill>
          </a:ln>
        </p:spPr>
        <p:txBody>
          <a:bodyPr wrap="square" lIns="0" tIns="0" rIns="0" bIns="0" rtlCol="0" anchor="ctr"/>
          <a:lstStyle/>
          <a:p>
            <a:pPr algn="ctr" indent="0" marL="0">
              <a:buNone/>
            </a:pPr>
            <a:r>
              <a:rPr lang="id-ID" altLang="en-US" sz="2000" b="1" dirty="0">
                <a:solidFill>
                  <a:schemeClr val="tx1"/>
                </a:solidFill>
              </a:rPr>
              <a:t>3</a:t>
            </a:r>
            <a:endParaRPr lang="id-ID" sz="2000" dirty="0"/>
          </a:p>
        </p:txBody>
      </p:sp>
      <p:sp>
        <p:nvSpPr>
          <p:cNvPr id="15" name="Text 12"/>
          <p:cNvSpPr txBox="1"/>
          <p:nvPr/>
        </p:nvSpPr>
        <p:spPr>
          <a:xfrm>
            <a:off x="9011717" y="2011680"/>
            <a:ext cx="2265578" cy="457200"/>
          </a:xfrm>
          <a:prstGeom prst="rect">
            <a:avLst/>
          </a:prstGeom>
          <a:noFill/>
          <a:ln/>
        </p:spPr>
        <p:txBody>
          <a:bodyPr wrap="square" lIns="0" tIns="0" rIns="0" bIns="0" rtlCol="0" anchor="ctr"/>
          <a:lstStyle/>
          <a:p>
            <a:pPr indent="0" marL="0">
              <a:buNone/>
            </a:pPr>
            <a:r>
              <a:rPr lang="id-ID" altLang="en-US" sz="2400" b="1" dirty="0">
                <a:solidFill>
                  <a:schemeClr val="tx1"/>
                </a:solidFill>
                <a:latin typeface="Cambria" pitchFamily="34" charset="0"/>
                <a:ea typeface="Cambria" pitchFamily="34" charset="-122"/>
                <a:cs typeface="Cambria" pitchFamily="34" charset="-120"/>
              </a:rPr>
              <a:t>Pahami</a:t>
            </a:r>
            <a:endParaRPr lang="id-ID" sz="2400" dirty="0"/>
          </a:p>
        </p:txBody>
      </p:sp>
      <p:sp>
        <p:nvSpPr>
          <p:cNvPr id="16" name="Text 13"/>
          <p:cNvSpPr txBox="1"/>
          <p:nvPr/>
        </p:nvSpPr>
        <p:spPr>
          <a:xfrm>
            <a:off x="8371637" y="2651760"/>
            <a:ext cx="2905658" cy="1234440"/>
          </a:xfrm>
          <a:prstGeom prst="rect">
            <a:avLst/>
          </a:prstGeom>
          <a:noFill/>
          <a:ln/>
        </p:spPr>
        <p:txBody>
          <a:bodyPr wrap="square" lIns="0" tIns="0" rIns="0" bIns="0" rtlCol="0" anchor="t"/>
          <a:lstStyle/>
          <a:p>
            <a:pPr indent="0" marL="0">
              <a:buNone/>
            </a:pPr>
            <a:r>
              <a:rPr lang="id-ID" altLang="en-US" sz="1500" dirty="0">
                <a:solidFill>
                  <a:schemeClr val="tx2"/>
                </a:solidFill>
              </a:rPr>
              <a:t>Siapkan ringkasan berkala untuk dewan: kolekte, anggaran, dan susunan umat, dengan aturan privasi yang jelas.</a:t>
            </a:r>
            <a:endParaRPr lang="id-ID" sz="1500" dirty="0"/>
          </a:p>
        </p:txBody>
      </p:sp>
      <p:sp>
        <p:nvSpPr>
          <p:cNvPr id="17" name="Shape 14"/>
          <p:cNvSpPr/>
          <p:nvPr/>
        </p:nvSpPr>
        <p:spPr>
          <a:xfrm>
            <a:off x="640080" y="4206240"/>
            <a:ext cx="10911535" cy="1600200"/>
          </a:xfrm>
          <a:prstGeom prst="roundRect">
            <a:avLst>
              <a:gd name="adj" fmla="val 8571"/>
            </a:avLst>
          </a:prstGeom>
          <a:solidFill>
            <a:schemeClr val="tx1"/>
          </a:solidFill>
          <a:ln w="12700">
            <a:solidFill>
              <a:schemeClr val="tx1"/>
            </a:solidFill>
            <a:prstDash val="solid"/>
          </a:ln>
        </p:spPr>
      </p:sp>
      <p:sp>
        <p:nvSpPr>
          <p:cNvPr id="18" name="Text 15"/>
          <p:cNvSpPr txBox="1"/>
          <p:nvPr/>
        </p:nvSpPr>
        <p:spPr>
          <a:xfrm>
            <a:off x="1005840" y="4343400"/>
            <a:ext cx="10180015" cy="457200"/>
          </a:xfrm>
          <a:prstGeom prst="rect">
            <a:avLst/>
          </a:prstGeom>
          <a:noFill/>
          <a:ln/>
        </p:spPr>
        <p:txBody>
          <a:bodyPr wrap="square" lIns="0" tIns="0" rIns="0" bIns="0" rtlCol="0" anchor="ctr"/>
          <a:lstStyle/>
          <a:p>
            <a:pPr indent="0" marL="0">
              <a:buNone/>
            </a:pPr>
            <a:r>
              <a:rPr lang="id-ID" altLang="en-US" sz="2200" b="1" dirty="0">
                <a:solidFill>
                  <a:schemeClr val="accent4"/>
                </a:solidFill>
                <a:latin typeface="Cambria" pitchFamily="34" charset="0"/>
                <a:ea typeface="Cambria" pitchFamily="34" charset="-122"/>
                <a:cs typeface="Cambria" pitchFamily="34" charset="-120"/>
              </a:rPr>
              <a:t>Yang kami mohon dari dewan</a:t>
            </a:r>
            <a:endParaRPr lang="id-ID" sz="2200" dirty="0"/>
          </a:p>
        </p:txBody>
      </p:sp>
      <p:sp>
        <p:nvSpPr>
          <p:cNvPr id="19" name="Text 16"/>
          <p:cNvSpPr txBox="1"/>
          <p:nvPr/>
        </p:nvSpPr>
        <p:spPr>
          <a:xfrm>
            <a:off x="1005840" y="4846320"/>
            <a:ext cx="3149498" cy="822960"/>
          </a:xfrm>
          <a:prstGeom prst="rect">
            <a:avLst/>
          </a:prstGeom>
          <a:noFill/>
          <a:ln/>
        </p:spPr>
        <p:txBody>
          <a:bodyPr wrap="square" lIns="0" tIns="0" rIns="0" bIns="0" rtlCol="0" anchor="t"/>
          <a:lstStyle/>
          <a:p>
            <a:pPr indent="0" marL="0">
              <a:buNone/>
            </a:pPr>
            <a:r>
              <a:rPr lang="id-ID" altLang="en-US" sz="1600" b="1" dirty="0">
                <a:solidFill>
                  <a:schemeClr val="accent4"/>
                </a:solidFill>
              </a:rPr>
              <a:t>1.  </a:t>
            </a:r>
            <a:pPr indent="0" marL="0">
              <a:buNone/>
            </a:pPr>
            <a:r>
              <a:rPr lang="id-ID" altLang="en-US" sz="1600" dirty="0">
                <a:solidFill>
                  <a:schemeClr val="bg2"/>
                </a:solidFill>
              </a:rPr>
              <a:t>Menyetujui arah perjalanan tiga langkah ini</a:t>
            </a:r>
            <a:endParaRPr lang="id-ID" sz="1600" dirty="0"/>
          </a:p>
        </p:txBody>
      </p:sp>
      <p:sp>
        <p:nvSpPr>
          <p:cNvPr id="20" name="Text 17"/>
          <p:cNvSpPr txBox="1"/>
          <p:nvPr/>
        </p:nvSpPr>
        <p:spPr>
          <a:xfrm>
            <a:off x="4521098" y="4846320"/>
            <a:ext cx="3149498" cy="822960"/>
          </a:xfrm>
          <a:prstGeom prst="rect">
            <a:avLst/>
          </a:prstGeom>
          <a:noFill/>
          <a:ln/>
        </p:spPr>
        <p:txBody>
          <a:bodyPr wrap="square" lIns="0" tIns="0" rIns="0" bIns="0" rtlCol="0" anchor="t"/>
          <a:lstStyle/>
          <a:p>
            <a:pPr indent="0" marL="0">
              <a:buNone/>
            </a:pPr>
            <a:r>
              <a:rPr lang="id-ID" altLang="en-US" sz="1600" b="1" dirty="0">
                <a:solidFill>
                  <a:schemeClr val="accent4"/>
                </a:solidFill>
              </a:rPr>
              <a:t>2.  </a:t>
            </a:r>
            <a:pPr indent="0" marL="0">
              <a:buNone/>
            </a:pPr>
            <a:r>
              <a:rPr lang="id-ID" altLang="en-US" sz="1600" dirty="0">
                <a:solidFill>
                  <a:schemeClr val="bg2"/>
                </a:solidFill>
              </a:rPr>
              <a:t>Menunjuk koordinator data dan seksi untuk percobaan</a:t>
            </a:r>
            <a:endParaRPr lang="id-ID" sz="1600" dirty="0"/>
          </a:p>
        </p:txBody>
      </p:sp>
      <p:sp>
        <p:nvSpPr>
          <p:cNvPr id="21" name="Text 18"/>
          <p:cNvSpPr txBox="1"/>
          <p:nvPr/>
        </p:nvSpPr>
        <p:spPr>
          <a:xfrm>
            <a:off x="8036357" y="4846320"/>
            <a:ext cx="3149498" cy="822960"/>
          </a:xfrm>
          <a:prstGeom prst="rect">
            <a:avLst/>
          </a:prstGeom>
          <a:noFill/>
          <a:ln/>
        </p:spPr>
        <p:txBody>
          <a:bodyPr wrap="square" lIns="0" tIns="0" rIns="0" bIns="0" rtlCol="0" anchor="t"/>
          <a:lstStyle/>
          <a:p>
            <a:pPr indent="0" marL="0">
              <a:buNone/>
            </a:pPr>
            <a:r>
              <a:rPr lang="id-ID" altLang="en-US" sz="1600" b="1" dirty="0">
                <a:solidFill>
                  <a:schemeClr val="accent4"/>
                </a:solidFill>
              </a:rPr>
              <a:t>3.  </a:t>
            </a:r>
            <a:pPr indent="0" marL="0">
              <a:buNone/>
            </a:pPr>
            <a:r>
              <a:rPr lang="id-ID" altLang="en-US" sz="1600" dirty="0">
                <a:solidFill>
                  <a:schemeClr val="bg2"/>
                </a:solidFill>
              </a:rPr>
              <a:t>Menyepakati prinsip privasi: siapa boleh melihat apa</a:t>
            </a:r>
            <a:endParaRPr lang="id-ID" sz="1600" dirty="0"/>
          </a:p>
        </p:txBody>
      </p:sp>
      <p:sp>
        <p:nvSpPr>
          <p:cNvPr id="22" name="Text 19"/>
          <p:cNvSpPr txBox="1"/>
          <p:nvPr/>
        </p:nvSpPr>
        <p:spPr>
          <a:xfrm>
            <a:off x="640080" y="5897880"/>
            <a:ext cx="10911535" cy="365760"/>
          </a:xfrm>
          <a:prstGeom prst="rect">
            <a:avLst/>
          </a:prstGeom>
          <a:noFill/>
          <a:ln/>
        </p:spPr>
        <p:txBody>
          <a:bodyPr wrap="square" lIns="0" tIns="0" rIns="0" bIns="0" rtlCol="0" anchor="ctr"/>
          <a:lstStyle/>
          <a:p>
            <a:pPr indent="0" marL="0">
              <a:buNone/>
            </a:pPr>
            <a:r>
              <a:rPr lang="id-ID" altLang="en-US" sz="1300" dirty="0">
                <a:solidFill>
                  <a:schemeClr val="tx2"/>
                </a:solidFill>
              </a:rPr>
              <a:t>Usulan untuk dibahas bersama. Waktu dan biaya ditentukan setelah dewan sepakat.</a:t>
            </a:r>
            <a:endParaRPr lang="id-ID" sz="1300" dirty="0"/>
          </a:p>
        </p:txBody>
      </p:sp>
      <p:sp>
        <p:nvSpPr>
          <p:cNvPr id="25" name="Slide Number Placeholder 0"/>
          <p:cNvSpPr>
            <a:spLocks noGrp="1"/>
          </p:cNvSpPr>
          <p:nvPr>
            <p:ph type="sldNum" sz="quarter" idx="4294967295"/>
          </p:nvPr>
        </p:nvSpPr>
        <p:spPr>
          <a:xfrm>
            <a:off x="11000232"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tx2"/>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ext 0"/>
          <p:cNvSpPr/>
          <p:nvPr>
            <p:ph idx="100" type="body" hasCustomPrompt="1"/>
          </p:nvPr>
        </p:nvSpPr>
        <p:spPr>
          <a:xfrm>
            <a:off x="822960" y="777240"/>
            <a:ext cx="10515600" cy="320040"/>
          </a:xfrm>
          <a:prstGeom prst="rect">
            <a:avLst/>
          </a:prstGeom>
          <a:noFill/>
          <a:ln/>
        </p:spPr>
        <p:txBody>
          <a:bodyPr wrap="square" lIns="0" tIns="0" rIns="0" bIns="0" rtlCol="0" anchor="t"/>
          <a:lstStyle/>
          <a:p>
            <a:pPr algn="l" indent="0" marL="0">
              <a:buNone/>
            </a:pPr>
            <a:r>
              <a:rPr lang="id-ID" altLang="en-US" sz="1300" b="1" spc="300" kern="0" dirty="0">
                <a:solidFill>
                  <a:schemeClr val="accent4"/>
                </a:solidFill>
              </a:rPr>
              <a:t>PENUTUP</a:t>
            </a:r>
            <a:endParaRPr lang="id-ID" sz="1300" dirty="0"/>
          </a:p>
        </p:txBody>
      </p:sp>
      <p:sp>
        <p:nvSpPr>
          <p:cNvPr id="4" name="Text 0"/>
          <p:cNvSpPr/>
          <p:nvPr>
            <p:ph idx="101" type="title" hasCustomPrompt="1"/>
          </p:nvPr>
        </p:nvSpPr>
        <p:spPr>
          <a:xfrm>
            <a:off x="822960" y="1325880"/>
            <a:ext cx="10515600" cy="2468880"/>
          </a:xfrm>
          <a:prstGeom prst="rect">
            <a:avLst/>
          </a:prstGeom>
          <a:noFill/>
          <a:ln/>
        </p:spPr>
        <p:txBody>
          <a:bodyPr wrap="square" lIns="0" tIns="0" rIns="0" bIns="0" rtlCol="0" anchor="t"/>
          <a:lstStyle/>
          <a:p>
            <a:pPr algn="l" indent="0" marL="0">
              <a:buNone/>
            </a:pPr>
            <a:r>
              <a:rPr lang="id-ID" altLang="en-US" sz="5000" b="1" dirty="0">
                <a:solidFill>
                  <a:schemeClr val="bg2"/>
                </a:solidFill>
              </a:rPr>
              <a:t>Pastoral berbasis data:</a:t>
            </a:r>
            <a:endParaRPr lang="id-ID" sz="5000" dirty="0"/>
          </a:p>
          <a:p>
            <a:pPr algn="l" indent="0" marL="0">
              <a:buNone/>
            </a:pPr>
            <a:r>
              <a:rPr lang="id-ID" altLang="en-US" sz="5000" b="1" dirty="0">
                <a:solidFill>
                  <a:schemeClr val="bg2"/>
                </a:solidFill>
              </a:rPr>
              <a:t>mendengar lebih baik,</a:t>
            </a:r>
            <a:endParaRPr lang="id-ID" sz="5000" dirty="0"/>
          </a:p>
          <a:p>
            <a:pPr algn="l" indent="0" marL="0">
              <a:buNone/>
            </a:pPr>
            <a:r>
              <a:rPr lang="id-ID" altLang="en-US" sz="5000" b="1" dirty="0">
                <a:solidFill>
                  <a:schemeClr val="bg2"/>
                </a:solidFill>
              </a:rPr>
              <a:t>melayani lebih tepat.</a:t>
            </a:r>
            <a:endParaRPr lang="id-ID" sz="5000" dirty="0"/>
          </a:p>
        </p:txBody>
      </p:sp>
      <p:sp>
        <p:nvSpPr>
          <p:cNvPr id="5" name="Text 2"/>
          <p:cNvSpPr txBox="1"/>
          <p:nvPr/>
        </p:nvSpPr>
        <p:spPr>
          <a:xfrm>
            <a:off x="822960" y="3977640"/>
            <a:ext cx="9144000" cy="548640"/>
          </a:xfrm>
          <a:prstGeom prst="rect">
            <a:avLst/>
          </a:prstGeom>
          <a:noFill/>
          <a:ln/>
        </p:spPr>
        <p:txBody>
          <a:bodyPr wrap="square" lIns="0" tIns="0" rIns="0" bIns="0" rtlCol="0" anchor="ctr"/>
          <a:lstStyle/>
          <a:p>
            <a:pPr indent="0" marL="0">
              <a:buNone/>
            </a:pPr>
            <a:r>
              <a:rPr lang="id-ID" altLang="en-US" sz="2000" dirty="0">
                <a:solidFill>
                  <a:schemeClr val="accent6"/>
                </a:solidFill>
              </a:rPr>
              <a:t>Terima kasih. Kami menantikan pertanyaan dan masukan dari dewan.</a:t>
            </a:r>
            <a:endParaRPr lang="id-ID" sz="2000" dirty="0"/>
          </a:p>
        </p:txBody>
      </p:sp>
      <p:sp>
        <p:nvSpPr>
          <p:cNvPr id="6" name="Shape 3"/>
          <p:cNvSpPr/>
          <p:nvPr/>
        </p:nvSpPr>
        <p:spPr>
          <a:xfrm>
            <a:off x="1651406" y="5157216"/>
            <a:ext cx="8889797" cy="0"/>
          </a:xfrm>
          <a:prstGeom prst="line">
            <a:avLst/>
          </a:prstGeom>
          <a:noFill/>
          <a:ln w="31750">
            <a:solidFill>
              <a:schemeClr val="accent2"/>
            </a:solidFill>
            <a:prstDash val="solid"/>
          </a:ln>
        </p:spPr>
      </p:sp>
      <p:sp>
        <p:nvSpPr>
          <p:cNvPr id="7" name="Text 4"/>
          <p:cNvSpPr/>
          <p:nvPr/>
        </p:nvSpPr>
        <p:spPr>
          <a:xfrm>
            <a:off x="1404518" y="4910328"/>
            <a:ext cx="493776" cy="493776"/>
          </a:xfrm>
          <a:prstGeom prst="ellipse">
            <a:avLst/>
          </a:prstGeom>
          <a:solidFill>
            <a:schemeClr val="accent2"/>
          </a:solidFill>
          <a:ln>
            <a:solidFill>
              <a:schemeClr val="accent2"/>
            </a:solidFill>
          </a:ln>
        </p:spPr>
        <p:txBody>
          <a:bodyPr wrap="square" lIns="0" tIns="0" rIns="0" bIns="0" rtlCol="0" anchor="ctr"/>
          <a:lstStyle/>
          <a:p>
            <a:pPr algn="ctr" indent="0" marL="0">
              <a:buNone/>
            </a:pPr>
            <a:r>
              <a:rPr lang="id-ID" altLang="en-US" sz="2000" b="1" dirty="0">
                <a:solidFill>
                  <a:schemeClr val="tx1"/>
                </a:solidFill>
              </a:rPr>
              <a:t>1</a:t>
            </a:r>
            <a:endParaRPr lang="id-ID" sz="2000" dirty="0"/>
          </a:p>
        </p:txBody>
      </p:sp>
      <p:sp>
        <p:nvSpPr>
          <p:cNvPr id="8" name="Text 5"/>
          <p:cNvSpPr txBox="1"/>
          <p:nvPr/>
        </p:nvSpPr>
        <p:spPr>
          <a:xfrm>
            <a:off x="371246" y="5532120"/>
            <a:ext cx="2560320" cy="457200"/>
          </a:xfrm>
          <a:prstGeom prst="rect">
            <a:avLst/>
          </a:prstGeom>
          <a:noFill/>
          <a:ln/>
        </p:spPr>
        <p:txBody>
          <a:bodyPr wrap="square" lIns="0" tIns="0" rIns="0" bIns="0" rtlCol="0" anchor="ctr"/>
          <a:lstStyle/>
          <a:p>
            <a:pPr algn="ctr" indent="0" marL="0">
              <a:buNone/>
            </a:pPr>
            <a:r>
              <a:rPr lang="id-ID" altLang="en-US" sz="2000" b="1" dirty="0">
                <a:solidFill>
                  <a:schemeClr val="bg2"/>
                </a:solidFill>
              </a:rPr>
              <a:t>Kumpulkan</a:t>
            </a:r>
            <a:endParaRPr lang="id-ID" sz="2000" dirty="0"/>
          </a:p>
        </p:txBody>
      </p:sp>
      <p:sp>
        <p:nvSpPr>
          <p:cNvPr id="9" name="Text 6"/>
          <p:cNvSpPr/>
          <p:nvPr/>
        </p:nvSpPr>
        <p:spPr>
          <a:xfrm>
            <a:off x="5849417" y="4910328"/>
            <a:ext cx="493776" cy="493776"/>
          </a:xfrm>
          <a:prstGeom prst="ellipse">
            <a:avLst/>
          </a:prstGeom>
          <a:solidFill>
            <a:schemeClr val="accent2"/>
          </a:solidFill>
          <a:ln>
            <a:solidFill>
              <a:schemeClr val="accent2"/>
            </a:solidFill>
          </a:ln>
        </p:spPr>
        <p:txBody>
          <a:bodyPr wrap="square" lIns="0" tIns="0" rIns="0" bIns="0" rtlCol="0" anchor="ctr"/>
          <a:lstStyle/>
          <a:p>
            <a:pPr algn="ctr" indent="0" marL="0">
              <a:buNone/>
            </a:pPr>
            <a:r>
              <a:rPr lang="id-ID" altLang="en-US" sz="2000" b="1" dirty="0">
                <a:solidFill>
                  <a:schemeClr val="tx1"/>
                </a:solidFill>
              </a:rPr>
              <a:t>2</a:t>
            </a:r>
            <a:endParaRPr lang="id-ID" sz="2000" dirty="0"/>
          </a:p>
        </p:txBody>
      </p:sp>
      <p:sp>
        <p:nvSpPr>
          <p:cNvPr id="10" name="Text 7"/>
          <p:cNvSpPr txBox="1"/>
          <p:nvPr/>
        </p:nvSpPr>
        <p:spPr>
          <a:xfrm>
            <a:off x="4816145" y="5532120"/>
            <a:ext cx="2560320" cy="457200"/>
          </a:xfrm>
          <a:prstGeom prst="rect">
            <a:avLst/>
          </a:prstGeom>
          <a:noFill/>
          <a:ln/>
        </p:spPr>
        <p:txBody>
          <a:bodyPr wrap="square" lIns="0" tIns="0" rIns="0" bIns="0" rtlCol="0" anchor="ctr"/>
          <a:lstStyle/>
          <a:p>
            <a:pPr algn="ctr" indent="0" marL="0">
              <a:buNone/>
            </a:pPr>
            <a:r>
              <a:rPr lang="id-ID" altLang="en-US" sz="2000" b="1" dirty="0">
                <a:solidFill>
                  <a:schemeClr val="bg2"/>
                </a:solidFill>
              </a:rPr>
              <a:t>Bagikan</a:t>
            </a:r>
            <a:endParaRPr lang="id-ID" sz="2000" dirty="0"/>
          </a:p>
        </p:txBody>
      </p:sp>
      <p:sp>
        <p:nvSpPr>
          <p:cNvPr id="11" name="Text 8"/>
          <p:cNvSpPr/>
          <p:nvPr/>
        </p:nvSpPr>
        <p:spPr>
          <a:xfrm>
            <a:off x="10294315" y="4910328"/>
            <a:ext cx="493776" cy="493776"/>
          </a:xfrm>
          <a:prstGeom prst="ellipse">
            <a:avLst/>
          </a:prstGeom>
          <a:solidFill>
            <a:schemeClr val="accent2"/>
          </a:solidFill>
          <a:ln>
            <a:solidFill>
              <a:schemeClr val="accent2"/>
            </a:solidFill>
          </a:ln>
        </p:spPr>
        <p:txBody>
          <a:bodyPr wrap="square" lIns="0" tIns="0" rIns="0" bIns="0" rtlCol="0" anchor="ctr"/>
          <a:lstStyle/>
          <a:p>
            <a:pPr algn="ctr" indent="0" marL="0">
              <a:buNone/>
            </a:pPr>
            <a:r>
              <a:rPr lang="id-ID" altLang="en-US" sz="2000" b="1" dirty="0">
                <a:solidFill>
                  <a:schemeClr val="tx1"/>
                </a:solidFill>
              </a:rPr>
              <a:t>3</a:t>
            </a:r>
            <a:endParaRPr lang="id-ID" sz="2000" dirty="0"/>
          </a:p>
        </p:txBody>
      </p:sp>
      <p:sp>
        <p:nvSpPr>
          <p:cNvPr id="12" name="Text 9"/>
          <p:cNvSpPr txBox="1"/>
          <p:nvPr/>
        </p:nvSpPr>
        <p:spPr>
          <a:xfrm>
            <a:off x="9261043" y="5532120"/>
            <a:ext cx="2560320" cy="457200"/>
          </a:xfrm>
          <a:prstGeom prst="rect">
            <a:avLst/>
          </a:prstGeom>
          <a:noFill/>
          <a:ln/>
        </p:spPr>
        <p:txBody>
          <a:bodyPr wrap="square" lIns="0" tIns="0" rIns="0" bIns="0" rtlCol="0" anchor="ctr"/>
          <a:lstStyle/>
          <a:p>
            <a:pPr algn="ctr" indent="0" marL="0">
              <a:buNone/>
            </a:pPr>
            <a:r>
              <a:rPr lang="id-ID" altLang="en-US" sz="2000" b="1" dirty="0">
                <a:solidFill>
                  <a:schemeClr val="bg2"/>
                </a:solidFill>
              </a:rPr>
              <a:t>Pahami</a:t>
            </a:r>
            <a:endParaRPr lang="id-ID" sz="2000" dirty="0"/>
          </a:p>
        </p:txBody>
      </p:sp>
    </p:spTree>
  </p:cSld>
  <p:clrMapOvr>
    <a:masterClrMapping/>
  </p:clrMapOvr>
</p:sld>
</file>

<file path=ppt/theme/theme1.xml><?xml version="1.0" encoding="utf-8"?>
<a:theme xmlns:a="http://schemas.openxmlformats.org/drawingml/2006/main" name="Pusat Informasi Paroki">
  <a:themeElements>
    <a:clrScheme name="Pusat Informasi Paroki">
      <a:dk1>
        <a:srgbClr val="1B2B3F"/>
      </a:dk1>
      <a:lt1>
        <a:srgbClr val="FFFDF8"/>
      </a:lt1>
      <a:dk2>
        <a:srgbClr val="4B5868"/>
      </a:dk2>
      <a:lt2>
        <a:srgbClr val="FAF6EE"/>
      </a:lt2>
      <a:accent1>
        <a:srgbClr val="1F6F6B"/>
      </a:accent1>
      <a:accent2>
        <a:srgbClr val="C58F2A"/>
      </a:accent2>
      <a:accent3>
        <a:srgbClr val="8A5A0B"/>
      </a:accent3>
      <a:accent4>
        <a:srgbClr val="E3B558"/>
      </a:accent4>
      <a:accent5>
        <a:srgbClr val="F0E8D8"/>
      </a:accent5>
      <a:accent6>
        <a:srgbClr val="E4D9C2"/>
      </a:accent6>
      <a:hlink>
        <a:srgbClr val="1F6F6B"/>
      </a:hlink>
      <a:folHlink>
        <a:srgbClr val="4B5868"/>
      </a:folHlink>
    </a:clrScheme>
    <a:fontScheme name="Pusat Informasi Paroki">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Pusat Informasi Paroki: Perjalanan menuju Pastoral Berbasis Data</dc:title>
  <dc:subject>Presentasi untuk Dewan Paroki (contoh dengan data simulasi)</dc:subject>
  <dc:creator>Pusat Informasi Paroki (demo)</dc:creator>
  <cp:lastModifiedBy>Pusat Informasi Paroki (demo)</cp:lastModifiedBy>
  <cp:revision>1</cp:revision>
  <dcterms:created xsi:type="dcterms:W3CDTF">2026-10-23T11:05:49Z</dcterms:created>
  <dcterms:modified xsi:type="dcterms:W3CDTF">2026-10-23T11:05:49Z</dcterms:modified>
</cp:coreProperties>
</file>